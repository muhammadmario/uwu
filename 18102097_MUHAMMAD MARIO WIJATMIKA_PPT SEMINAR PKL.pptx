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 id="2147483707" r:id="rId2"/>
  </p:sldMasterIdLst>
  <p:notesMasterIdLst>
    <p:notesMasterId r:id="rId28"/>
  </p:notesMasterIdLst>
  <p:sldIdLst>
    <p:sldId id="256" r:id="rId3"/>
    <p:sldId id="259" r:id="rId4"/>
    <p:sldId id="260" r:id="rId5"/>
    <p:sldId id="261" r:id="rId6"/>
    <p:sldId id="355" r:id="rId7"/>
    <p:sldId id="328" r:id="rId8"/>
    <p:sldId id="263" r:id="rId9"/>
    <p:sldId id="329" r:id="rId10"/>
    <p:sldId id="298" r:id="rId11"/>
    <p:sldId id="330" r:id="rId12"/>
    <p:sldId id="331" r:id="rId13"/>
    <p:sldId id="271" r:id="rId14"/>
    <p:sldId id="270" r:id="rId15"/>
    <p:sldId id="349" r:id="rId16"/>
    <p:sldId id="350" r:id="rId17"/>
    <p:sldId id="338" r:id="rId18"/>
    <p:sldId id="339" r:id="rId19"/>
    <p:sldId id="351" r:id="rId20"/>
    <p:sldId id="352" r:id="rId21"/>
    <p:sldId id="353" r:id="rId22"/>
    <p:sldId id="354" r:id="rId23"/>
    <p:sldId id="346" r:id="rId24"/>
    <p:sldId id="347" r:id="rId25"/>
    <p:sldId id="348" r:id="rId26"/>
    <p:sldId id="327" r:id="rId27"/>
  </p:sldIdLst>
  <p:sldSz cx="9144000" cy="5143500" type="screen16x9"/>
  <p:notesSz cx="6858000" cy="9144000"/>
  <p:embeddedFontLst>
    <p:embeddedFont>
      <p:font typeface="Bebas Neue" panose="020B0604020202020204" charset="0"/>
      <p:regular r:id="rId29"/>
    </p:embeddedFont>
    <p:embeddedFont>
      <p:font typeface="Fira Sans Extra Condensed Medium" panose="020B0604020202020204" charset="0"/>
      <p:regular r:id="rId30"/>
      <p:bold r:id="rId31"/>
      <p:italic r:id="rId32"/>
      <p:boldItalic r:id="rId33"/>
    </p:embeddedFont>
    <p:embeddedFont>
      <p:font typeface="Inconsolata" pitchFamily="1" charset="0"/>
      <p:regular r:id="rId34"/>
      <p:bold r:id="rId35"/>
    </p:embeddedFont>
    <p:embeddedFont>
      <p:font typeface="Open Sans" panose="020B0606030504020204" pitchFamily="34" charset="0"/>
      <p:regular r:id="rId36"/>
      <p:bold r:id="rId37"/>
      <p:italic r:id="rId38"/>
      <p:boldItalic r:id="rId39"/>
    </p:embeddedFont>
    <p:embeddedFont>
      <p:font typeface="Proxima Nova"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73BAE05-9421-4B93-A21F-A5679E66C67F}">
          <p14:sldIdLst>
            <p14:sldId id="256"/>
            <p14:sldId id="259"/>
            <p14:sldId id="260"/>
            <p14:sldId id="261"/>
            <p14:sldId id="355"/>
            <p14:sldId id="328"/>
            <p14:sldId id="263"/>
            <p14:sldId id="329"/>
            <p14:sldId id="298"/>
            <p14:sldId id="330"/>
            <p14:sldId id="331"/>
            <p14:sldId id="271"/>
            <p14:sldId id="270"/>
          </p14:sldIdLst>
        </p14:section>
        <p14:section name="Untitled Section" id="{3F5209C2-2B2C-47EA-9660-022E312438ED}">
          <p14:sldIdLst>
            <p14:sldId id="349"/>
            <p14:sldId id="350"/>
            <p14:sldId id="338"/>
            <p14:sldId id="339"/>
            <p14:sldId id="351"/>
            <p14:sldId id="352"/>
            <p14:sldId id="353"/>
            <p14:sldId id="354"/>
            <p14:sldId id="346"/>
            <p14:sldId id="347"/>
            <p14:sldId id="348"/>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755F20-66C8-48CD-AA50-4437A046BB90}">
  <a:tblStyle styleId="{7E755F20-66C8-48CD-AA50-4437A046BB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61" autoAdjust="0"/>
  </p:normalViewPr>
  <p:slideViewPr>
    <p:cSldViewPr snapToGrid="0">
      <p:cViewPr varScale="1">
        <p:scale>
          <a:sx n="108" d="100"/>
          <a:sy n="108" d="100"/>
        </p:scale>
        <p:origin x="126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f2a4424586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f2a442458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f2a4424586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f2a4424586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d019cdf33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d019cdf330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d019cdf33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d019cdf33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d019cdf33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d019cdf33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3798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d019cdf33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d019cdf330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9734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f6c3cb44ad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f6c3cb44a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d019cdf33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d019cdf330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42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f4f3cdd775_0_3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f4f3cdd775_0_3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f4f3cdd775_0_3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f4f3cdd775_0_3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2147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f4f3cdd775_0_3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f4f3cdd775_0_3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900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f2a4424a71_0_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f2a4424a71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357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2899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0053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119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3704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10474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9053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0298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2a4424a71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f2a4424a71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2123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f2a4424a71_0_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f2a4424a71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55312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f4f3cdd775_0_3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f4f3cdd775_0_3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680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9"/>
        <p:cNvGrpSpPr/>
        <p:nvPr/>
      </p:nvGrpSpPr>
      <p:grpSpPr>
        <a:xfrm>
          <a:off x="0" y="0"/>
          <a:ext cx="0" cy="0"/>
          <a:chOff x="0" y="0"/>
          <a:chExt cx="0" cy="0"/>
        </a:xfrm>
      </p:grpSpPr>
      <p:sp>
        <p:nvSpPr>
          <p:cNvPr id="13610" name="Google Shape;13610;gf007feeaa6_0_28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11" name="Google Shape;13611;gf007feeaa6_0_28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495626"/>
            <a:ext cx="5408700" cy="2842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5200"/>
              <a:buFont typeface="Inconsolata"/>
              <a:buNone/>
              <a:defRPr sz="7000"/>
            </a:lvl1pPr>
            <a:lvl2pPr lvl="1" algn="ctr">
              <a:spcBef>
                <a:spcPts val="0"/>
              </a:spcBef>
              <a:spcAft>
                <a:spcPts val="0"/>
              </a:spcAft>
              <a:buSzPts val="5200"/>
              <a:buFont typeface="Inconsolata"/>
              <a:buNone/>
              <a:defRPr sz="5200">
                <a:latin typeface="Inconsolata"/>
                <a:ea typeface="Inconsolata"/>
                <a:cs typeface="Inconsolata"/>
                <a:sym typeface="Inconsolata"/>
              </a:defRPr>
            </a:lvl2pPr>
            <a:lvl3pPr lvl="2" algn="ctr">
              <a:spcBef>
                <a:spcPts val="0"/>
              </a:spcBef>
              <a:spcAft>
                <a:spcPts val="0"/>
              </a:spcAft>
              <a:buSzPts val="5200"/>
              <a:buFont typeface="Inconsolata"/>
              <a:buNone/>
              <a:defRPr sz="5200">
                <a:latin typeface="Inconsolata"/>
                <a:ea typeface="Inconsolata"/>
                <a:cs typeface="Inconsolata"/>
                <a:sym typeface="Inconsolata"/>
              </a:defRPr>
            </a:lvl3pPr>
            <a:lvl4pPr lvl="3" algn="ctr">
              <a:spcBef>
                <a:spcPts val="0"/>
              </a:spcBef>
              <a:spcAft>
                <a:spcPts val="0"/>
              </a:spcAft>
              <a:buSzPts val="5200"/>
              <a:buFont typeface="Inconsolata"/>
              <a:buNone/>
              <a:defRPr sz="5200">
                <a:latin typeface="Inconsolata"/>
                <a:ea typeface="Inconsolata"/>
                <a:cs typeface="Inconsolata"/>
                <a:sym typeface="Inconsolata"/>
              </a:defRPr>
            </a:lvl4pPr>
            <a:lvl5pPr lvl="4" algn="ctr">
              <a:spcBef>
                <a:spcPts val="0"/>
              </a:spcBef>
              <a:spcAft>
                <a:spcPts val="0"/>
              </a:spcAft>
              <a:buSzPts val="5200"/>
              <a:buFont typeface="Inconsolata"/>
              <a:buNone/>
              <a:defRPr sz="5200">
                <a:latin typeface="Inconsolata"/>
                <a:ea typeface="Inconsolata"/>
                <a:cs typeface="Inconsolata"/>
                <a:sym typeface="Inconsolata"/>
              </a:defRPr>
            </a:lvl5pPr>
            <a:lvl6pPr lvl="5" algn="ctr">
              <a:spcBef>
                <a:spcPts val="0"/>
              </a:spcBef>
              <a:spcAft>
                <a:spcPts val="0"/>
              </a:spcAft>
              <a:buSzPts val="5200"/>
              <a:buFont typeface="Inconsolata"/>
              <a:buNone/>
              <a:defRPr sz="5200">
                <a:latin typeface="Inconsolata"/>
                <a:ea typeface="Inconsolata"/>
                <a:cs typeface="Inconsolata"/>
                <a:sym typeface="Inconsolata"/>
              </a:defRPr>
            </a:lvl6pPr>
            <a:lvl7pPr lvl="6" algn="ctr">
              <a:spcBef>
                <a:spcPts val="0"/>
              </a:spcBef>
              <a:spcAft>
                <a:spcPts val="0"/>
              </a:spcAft>
              <a:buSzPts val="5200"/>
              <a:buFont typeface="Inconsolata"/>
              <a:buNone/>
              <a:defRPr sz="5200">
                <a:latin typeface="Inconsolata"/>
                <a:ea typeface="Inconsolata"/>
                <a:cs typeface="Inconsolata"/>
                <a:sym typeface="Inconsolata"/>
              </a:defRPr>
            </a:lvl7pPr>
            <a:lvl8pPr lvl="7" algn="ctr">
              <a:spcBef>
                <a:spcPts val="0"/>
              </a:spcBef>
              <a:spcAft>
                <a:spcPts val="0"/>
              </a:spcAft>
              <a:buSzPts val="5200"/>
              <a:buFont typeface="Inconsolata"/>
              <a:buNone/>
              <a:defRPr sz="5200">
                <a:latin typeface="Inconsolata"/>
                <a:ea typeface="Inconsolata"/>
                <a:cs typeface="Inconsolata"/>
                <a:sym typeface="Inconsolata"/>
              </a:defRPr>
            </a:lvl8pPr>
            <a:lvl9pPr lvl="8" algn="ctr">
              <a:spcBef>
                <a:spcPts val="0"/>
              </a:spcBef>
              <a:spcAft>
                <a:spcPts val="0"/>
              </a:spcAft>
              <a:buSzPts val="5200"/>
              <a:buFont typeface="Inconsolata"/>
              <a:buNone/>
              <a:defRPr sz="5200">
                <a:latin typeface="Inconsolata"/>
                <a:ea typeface="Inconsolata"/>
                <a:cs typeface="Inconsolata"/>
                <a:sym typeface="Inconsolata"/>
              </a:defRPr>
            </a:lvl9pPr>
          </a:lstStyle>
          <a:p>
            <a:endParaRPr/>
          </a:p>
        </p:txBody>
      </p:sp>
      <p:sp>
        <p:nvSpPr>
          <p:cNvPr id="10" name="Google Shape;10;p2"/>
          <p:cNvSpPr txBox="1">
            <a:spLocks noGrp="1"/>
          </p:cNvSpPr>
          <p:nvPr>
            <p:ph type="subTitle" idx="1"/>
          </p:nvPr>
        </p:nvSpPr>
        <p:spPr>
          <a:xfrm>
            <a:off x="713225" y="4137099"/>
            <a:ext cx="4711500" cy="749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9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4746650" y="953825"/>
            <a:ext cx="4516200" cy="45162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2;p2"/>
          <p:cNvSpPr/>
          <p:nvPr/>
        </p:nvSpPr>
        <p:spPr>
          <a:xfrm>
            <a:off x="5846599" y="-1024401"/>
            <a:ext cx="4310400" cy="43104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6877925" y="958275"/>
            <a:ext cx="4598400" cy="45984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7"/>
          <p:cNvSpPr/>
          <p:nvPr/>
        </p:nvSpPr>
        <p:spPr>
          <a:xfrm>
            <a:off x="-2685100" y="-1618950"/>
            <a:ext cx="5506800" cy="55068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7"/>
          <p:cNvSpPr txBox="1">
            <a:spLocks noGrp="1"/>
          </p:cNvSpPr>
          <p:nvPr>
            <p:ph type="title"/>
          </p:nvPr>
        </p:nvSpPr>
        <p:spPr>
          <a:xfrm>
            <a:off x="2007050" y="1116617"/>
            <a:ext cx="5200500" cy="13659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sz="4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1" name="Google Shape;41;p7"/>
          <p:cNvSpPr txBox="1">
            <a:spLocks noGrp="1"/>
          </p:cNvSpPr>
          <p:nvPr>
            <p:ph type="subTitle" idx="1"/>
          </p:nvPr>
        </p:nvSpPr>
        <p:spPr>
          <a:xfrm>
            <a:off x="2007050" y="2862592"/>
            <a:ext cx="4501200" cy="13659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p:nvPr/>
        </p:nvSpPr>
        <p:spPr>
          <a:xfrm>
            <a:off x="5140425" y="1576275"/>
            <a:ext cx="4516200" cy="45162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8"/>
          <p:cNvSpPr/>
          <p:nvPr/>
        </p:nvSpPr>
        <p:spPr>
          <a:xfrm>
            <a:off x="-582351" y="-485301"/>
            <a:ext cx="4310400" cy="43104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dirty="0"/>
          </a:p>
        </p:txBody>
      </p:sp>
      <p:sp>
        <p:nvSpPr>
          <p:cNvPr id="45" name="Google Shape;45;p8"/>
          <p:cNvSpPr txBox="1">
            <a:spLocks noGrp="1"/>
          </p:cNvSpPr>
          <p:nvPr>
            <p:ph type="title"/>
          </p:nvPr>
        </p:nvSpPr>
        <p:spPr>
          <a:xfrm>
            <a:off x="735800" y="1341400"/>
            <a:ext cx="6143100" cy="25971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4800"/>
              <a:buNone/>
              <a:defRPr sz="10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txBox="1">
            <a:spLocks noGrp="1"/>
          </p:cNvSpPr>
          <p:nvPr>
            <p:ph type="ctrTitle"/>
          </p:nvPr>
        </p:nvSpPr>
        <p:spPr>
          <a:xfrm>
            <a:off x="713225" y="1395931"/>
            <a:ext cx="5226900" cy="1101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69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48" name="Google Shape;48;p9"/>
          <p:cNvSpPr txBox="1">
            <a:spLocks noGrp="1"/>
          </p:cNvSpPr>
          <p:nvPr>
            <p:ph type="subTitle" idx="1"/>
          </p:nvPr>
        </p:nvSpPr>
        <p:spPr>
          <a:xfrm>
            <a:off x="713225" y="2719014"/>
            <a:ext cx="4272000" cy="1151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9" name="Google Shape;49;p9"/>
          <p:cNvSpPr/>
          <p:nvPr/>
        </p:nvSpPr>
        <p:spPr>
          <a:xfrm>
            <a:off x="3803575" y="843650"/>
            <a:ext cx="4516200" cy="45162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9"/>
          <p:cNvSpPr/>
          <p:nvPr/>
        </p:nvSpPr>
        <p:spPr>
          <a:xfrm>
            <a:off x="2783524" y="-991326"/>
            <a:ext cx="4310400" cy="43104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12_1">
    <p:spTree>
      <p:nvGrpSpPr>
        <p:cNvPr id="1" name="Shape 60"/>
        <p:cNvGrpSpPr/>
        <p:nvPr/>
      </p:nvGrpSpPr>
      <p:grpSpPr>
        <a:xfrm>
          <a:off x="0" y="0"/>
          <a:ext cx="0" cy="0"/>
          <a:chOff x="0" y="0"/>
          <a:chExt cx="0" cy="0"/>
        </a:xfrm>
      </p:grpSpPr>
      <p:sp>
        <p:nvSpPr>
          <p:cNvPr id="61" name="Google Shape;61;p13"/>
          <p:cNvSpPr txBox="1">
            <a:spLocks noGrp="1"/>
          </p:cNvSpPr>
          <p:nvPr>
            <p:ph type="ctrTitle"/>
          </p:nvPr>
        </p:nvSpPr>
        <p:spPr>
          <a:xfrm flipH="1">
            <a:off x="1415725" y="1509850"/>
            <a:ext cx="2395800" cy="818400"/>
          </a:xfrm>
          <a:prstGeom prst="rect">
            <a:avLst/>
          </a:prstGeom>
          <a:noFill/>
          <a:ln>
            <a:noFill/>
          </a:ln>
        </p:spPr>
        <p:txBody>
          <a:bodyPr spcFirstLastPara="1" wrap="square" lIns="91425" tIns="91425" rIns="91425" bIns="91425" anchor="t" anchorCtr="0">
            <a:noAutofit/>
          </a:bodyPr>
          <a:lstStyle>
            <a:lvl1pPr lvl="0" rtl="0">
              <a:lnSpc>
                <a:spcPct val="80000"/>
              </a:lnSpc>
              <a:spcBef>
                <a:spcPts val="0"/>
              </a:spcBef>
              <a:spcAft>
                <a:spcPts val="0"/>
              </a:spcAft>
              <a:buSzPts val="1200"/>
              <a:buNone/>
              <a:defRPr sz="23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62" name="Google Shape;62;p13"/>
          <p:cNvSpPr txBox="1">
            <a:spLocks noGrp="1"/>
          </p:cNvSpPr>
          <p:nvPr>
            <p:ph type="subTitle" idx="1"/>
          </p:nvPr>
        </p:nvSpPr>
        <p:spPr>
          <a:xfrm flipH="1">
            <a:off x="1415975" y="2328350"/>
            <a:ext cx="2395500" cy="628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63" name="Google Shape;63;p13"/>
          <p:cNvSpPr txBox="1">
            <a:spLocks noGrp="1"/>
          </p:cNvSpPr>
          <p:nvPr>
            <p:ph type="title" idx="2" hasCustomPrompt="1"/>
          </p:nvPr>
        </p:nvSpPr>
        <p:spPr>
          <a:xfrm flipH="1">
            <a:off x="720753" y="1263787"/>
            <a:ext cx="733500" cy="13533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900">
                <a:solidFill>
                  <a:srgbClr val="C95EFF"/>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64" name="Google Shape;64;p13"/>
          <p:cNvSpPr txBox="1">
            <a:spLocks noGrp="1"/>
          </p:cNvSpPr>
          <p:nvPr>
            <p:ph type="ctrTitle" idx="3"/>
          </p:nvPr>
        </p:nvSpPr>
        <p:spPr>
          <a:xfrm>
            <a:off x="4829051" y="1509859"/>
            <a:ext cx="2395800" cy="818400"/>
          </a:xfrm>
          <a:prstGeom prst="rect">
            <a:avLst/>
          </a:prstGeom>
          <a:noFill/>
          <a:ln>
            <a:noFill/>
          </a:ln>
        </p:spPr>
        <p:txBody>
          <a:bodyPr spcFirstLastPara="1" wrap="square" lIns="91425" tIns="91425" rIns="91425" bIns="91425" anchor="t" anchorCtr="0">
            <a:noAutofit/>
          </a:bodyPr>
          <a:lstStyle>
            <a:lvl1pPr lvl="0" rtl="0">
              <a:lnSpc>
                <a:spcPct val="80000"/>
              </a:lnSpc>
              <a:spcBef>
                <a:spcPts val="0"/>
              </a:spcBef>
              <a:spcAft>
                <a:spcPts val="0"/>
              </a:spcAft>
              <a:buSzPts val="1200"/>
              <a:buNone/>
              <a:defRPr sz="23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65" name="Google Shape;65;p13"/>
          <p:cNvSpPr txBox="1">
            <a:spLocks noGrp="1"/>
          </p:cNvSpPr>
          <p:nvPr>
            <p:ph type="subTitle" idx="4"/>
          </p:nvPr>
        </p:nvSpPr>
        <p:spPr>
          <a:xfrm>
            <a:off x="4829025" y="2328350"/>
            <a:ext cx="2395500" cy="628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66" name="Google Shape;66;p13"/>
          <p:cNvSpPr txBox="1">
            <a:spLocks noGrp="1"/>
          </p:cNvSpPr>
          <p:nvPr>
            <p:ph type="title" idx="5" hasCustomPrompt="1"/>
          </p:nvPr>
        </p:nvSpPr>
        <p:spPr>
          <a:xfrm>
            <a:off x="4133313" y="1267087"/>
            <a:ext cx="733500" cy="135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900">
                <a:solidFill>
                  <a:srgbClr val="C95EFF"/>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3"/>
          <p:cNvSpPr txBox="1">
            <a:spLocks noGrp="1"/>
          </p:cNvSpPr>
          <p:nvPr>
            <p:ph type="ctrTitle" idx="6"/>
          </p:nvPr>
        </p:nvSpPr>
        <p:spPr>
          <a:xfrm flipH="1">
            <a:off x="1415723" y="3091750"/>
            <a:ext cx="2395800" cy="818400"/>
          </a:xfrm>
          <a:prstGeom prst="rect">
            <a:avLst/>
          </a:prstGeom>
          <a:noFill/>
          <a:ln>
            <a:noFill/>
          </a:ln>
        </p:spPr>
        <p:txBody>
          <a:bodyPr spcFirstLastPara="1" wrap="square" lIns="91425" tIns="91425" rIns="91425" bIns="91425" anchor="t" anchorCtr="0">
            <a:noAutofit/>
          </a:bodyPr>
          <a:lstStyle>
            <a:lvl1pPr lvl="0" rtl="0">
              <a:lnSpc>
                <a:spcPct val="80000"/>
              </a:lnSpc>
              <a:spcBef>
                <a:spcPts val="0"/>
              </a:spcBef>
              <a:spcAft>
                <a:spcPts val="0"/>
              </a:spcAft>
              <a:buSzPts val="1200"/>
              <a:buNone/>
              <a:defRPr sz="23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68" name="Google Shape;68;p13"/>
          <p:cNvSpPr txBox="1">
            <a:spLocks noGrp="1"/>
          </p:cNvSpPr>
          <p:nvPr>
            <p:ph type="subTitle" idx="7"/>
          </p:nvPr>
        </p:nvSpPr>
        <p:spPr>
          <a:xfrm flipH="1">
            <a:off x="1415771" y="3907446"/>
            <a:ext cx="2395500" cy="628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69" name="Google Shape;69;p13"/>
          <p:cNvSpPr txBox="1">
            <a:spLocks noGrp="1"/>
          </p:cNvSpPr>
          <p:nvPr>
            <p:ph type="title" idx="8" hasCustomPrompt="1"/>
          </p:nvPr>
        </p:nvSpPr>
        <p:spPr>
          <a:xfrm flipH="1">
            <a:off x="723428" y="2846638"/>
            <a:ext cx="733500" cy="135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900">
                <a:solidFill>
                  <a:srgbClr val="C95EFF"/>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70" name="Google Shape;70;p13"/>
          <p:cNvSpPr txBox="1">
            <a:spLocks noGrp="1"/>
          </p:cNvSpPr>
          <p:nvPr>
            <p:ph type="ctrTitle" idx="9"/>
          </p:nvPr>
        </p:nvSpPr>
        <p:spPr>
          <a:xfrm>
            <a:off x="4829053" y="3091759"/>
            <a:ext cx="2395800" cy="818400"/>
          </a:xfrm>
          <a:prstGeom prst="rect">
            <a:avLst/>
          </a:prstGeom>
          <a:noFill/>
          <a:ln>
            <a:noFill/>
          </a:ln>
        </p:spPr>
        <p:txBody>
          <a:bodyPr spcFirstLastPara="1" wrap="square" lIns="91425" tIns="91425" rIns="91425" bIns="91425" anchor="t" anchorCtr="0">
            <a:noAutofit/>
          </a:bodyPr>
          <a:lstStyle>
            <a:lvl1pPr lvl="0" rtl="0">
              <a:lnSpc>
                <a:spcPct val="80000"/>
              </a:lnSpc>
              <a:spcBef>
                <a:spcPts val="0"/>
              </a:spcBef>
              <a:spcAft>
                <a:spcPts val="0"/>
              </a:spcAft>
              <a:buSzPts val="1200"/>
              <a:buNone/>
              <a:defRPr sz="23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71" name="Google Shape;71;p13"/>
          <p:cNvSpPr txBox="1">
            <a:spLocks noGrp="1"/>
          </p:cNvSpPr>
          <p:nvPr>
            <p:ph type="subTitle" idx="13"/>
          </p:nvPr>
        </p:nvSpPr>
        <p:spPr>
          <a:xfrm>
            <a:off x="4829054" y="3907446"/>
            <a:ext cx="2395500" cy="6285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72" name="Google Shape;72;p13"/>
          <p:cNvSpPr txBox="1">
            <a:spLocks noGrp="1"/>
          </p:cNvSpPr>
          <p:nvPr>
            <p:ph type="title" idx="14" hasCustomPrompt="1"/>
          </p:nvPr>
        </p:nvSpPr>
        <p:spPr>
          <a:xfrm>
            <a:off x="4130513" y="2846638"/>
            <a:ext cx="733500" cy="135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4800"/>
              <a:buNone/>
              <a:defRPr sz="3900">
                <a:solidFill>
                  <a:srgbClr val="C95EFF"/>
                </a:solidFill>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73" name="Google Shape;73;p13"/>
          <p:cNvSpPr txBox="1">
            <a:spLocks noGrp="1"/>
          </p:cNvSpPr>
          <p:nvPr>
            <p:ph type="ctrTitle" idx="15"/>
          </p:nvPr>
        </p:nvSpPr>
        <p:spPr>
          <a:xfrm>
            <a:off x="715450" y="436050"/>
            <a:ext cx="7713000" cy="5778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4" name="Google Shape;74;p13"/>
          <p:cNvSpPr/>
          <p:nvPr/>
        </p:nvSpPr>
        <p:spPr>
          <a:xfrm>
            <a:off x="7170050" y="1976500"/>
            <a:ext cx="3647700" cy="36477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3"/>
          <p:cNvSpPr/>
          <p:nvPr/>
        </p:nvSpPr>
        <p:spPr>
          <a:xfrm>
            <a:off x="7347650" y="-809450"/>
            <a:ext cx="2697900" cy="26979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2">
  <p:cSld name="TITLE_ONLY_22">
    <p:spTree>
      <p:nvGrpSpPr>
        <p:cNvPr id="1" name="Shape 173"/>
        <p:cNvGrpSpPr/>
        <p:nvPr/>
      </p:nvGrpSpPr>
      <p:grpSpPr>
        <a:xfrm>
          <a:off x="0" y="0"/>
          <a:ext cx="0" cy="0"/>
          <a:chOff x="0" y="0"/>
          <a:chExt cx="0" cy="0"/>
        </a:xfrm>
      </p:grpSpPr>
      <p:sp>
        <p:nvSpPr>
          <p:cNvPr id="174" name="Google Shape;174;p36"/>
          <p:cNvSpPr txBox="1">
            <a:spLocks noGrp="1"/>
          </p:cNvSpPr>
          <p:nvPr>
            <p:ph type="ctrTitle"/>
          </p:nvPr>
        </p:nvSpPr>
        <p:spPr>
          <a:xfrm>
            <a:off x="708613" y="341525"/>
            <a:ext cx="77268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75" name="Google Shape;175;p36"/>
          <p:cNvSpPr/>
          <p:nvPr/>
        </p:nvSpPr>
        <p:spPr>
          <a:xfrm flipH="1">
            <a:off x="6497800" y="1775075"/>
            <a:ext cx="4312500" cy="43125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 name="Google Shape;176;p36"/>
          <p:cNvSpPr/>
          <p:nvPr/>
        </p:nvSpPr>
        <p:spPr>
          <a:xfrm flipH="1">
            <a:off x="-2249150" y="176525"/>
            <a:ext cx="3647700" cy="36477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85"/>
        <p:cNvGrpSpPr/>
        <p:nvPr/>
      </p:nvGrpSpPr>
      <p:grpSpPr>
        <a:xfrm>
          <a:off x="0" y="0"/>
          <a:ext cx="0" cy="0"/>
          <a:chOff x="0" y="0"/>
          <a:chExt cx="0" cy="0"/>
        </a:xfrm>
      </p:grpSpPr>
      <p:sp>
        <p:nvSpPr>
          <p:cNvPr id="186" name="Google Shape;186;p39"/>
          <p:cNvSpPr txBox="1">
            <a:spLocks noGrp="1"/>
          </p:cNvSpPr>
          <p:nvPr>
            <p:ph type="title"/>
          </p:nvPr>
        </p:nvSpPr>
        <p:spPr>
          <a:xfrm>
            <a:off x="4146525" y="1597547"/>
            <a:ext cx="4158300" cy="14043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87" name="Google Shape;187;p39"/>
          <p:cNvSpPr txBox="1">
            <a:spLocks noGrp="1"/>
          </p:cNvSpPr>
          <p:nvPr>
            <p:ph type="title" idx="2" hasCustomPrompt="1"/>
          </p:nvPr>
        </p:nvSpPr>
        <p:spPr>
          <a:xfrm>
            <a:off x="4146526" y="137225"/>
            <a:ext cx="23793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90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8" name="Google Shape;188;p39"/>
          <p:cNvSpPr txBox="1">
            <a:spLocks noGrp="1"/>
          </p:cNvSpPr>
          <p:nvPr>
            <p:ph type="subTitle" idx="1"/>
          </p:nvPr>
        </p:nvSpPr>
        <p:spPr>
          <a:xfrm>
            <a:off x="4146525" y="4166097"/>
            <a:ext cx="4284300" cy="542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89" name="Google Shape;189;p39"/>
          <p:cNvSpPr/>
          <p:nvPr/>
        </p:nvSpPr>
        <p:spPr>
          <a:xfrm>
            <a:off x="1907225" y="2588100"/>
            <a:ext cx="2555400" cy="25554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 name="Google Shape;190;p39"/>
          <p:cNvSpPr/>
          <p:nvPr/>
        </p:nvSpPr>
        <p:spPr>
          <a:xfrm>
            <a:off x="5390650" y="-1771300"/>
            <a:ext cx="4763700" cy="47637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
  <p:cSld name="TITLE_AND_TWO_COLUMNS_1_4_1">
    <p:spTree>
      <p:nvGrpSpPr>
        <p:cNvPr id="1" name="Shape 244"/>
        <p:cNvGrpSpPr/>
        <p:nvPr/>
      </p:nvGrpSpPr>
      <p:grpSpPr>
        <a:xfrm>
          <a:off x="0" y="0"/>
          <a:ext cx="0" cy="0"/>
          <a:chOff x="0" y="0"/>
          <a:chExt cx="0" cy="0"/>
        </a:xfrm>
      </p:grpSpPr>
      <p:sp>
        <p:nvSpPr>
          <p:cNvPr id="245" name="Google Shape;245;p49"/>
          <p:cNvSpPr txBox="1">
            <a:spLocks noGrp="1"/>
          </p:cNvSpPr>
          <p:nvPr>
            <p:ph type="title"/>
          </p:nvPr>
        </p:nvSpPr>
        <p:spPr>
          <a:xfrm>
            <a:off x="714850" y="342305"/>
            <a:ext cx="7714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46" name="Google Shape;246;p49"/>
          <p:cNvSpPr txBox="1">
            <a:spLocks noGrp="1"/>
          </p:cNvSpPr>
          <p:nvPr>
            <p:ph type="subTitle" idx="1"/>
          </p:nvPr>
        </p:nvSpPr>
        <p:spPr>
          <a:xfrm>
            <a:off x="1593525" y="3621175"/>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47" name="Google Shape;247;p49"/>
          <p:cNvSpPr txBox="1">
            <a:spLocks noGrp="1"/>
          </p:cNvSpPr>
          <p:nvPr>
            <p:ph type="subTitle" idx="2"/>
          </p:nvPr>
        </p:nvSpPr>
        <p:spPr>
          <a:xfrm>
            <a:off x="1593537" y="2073717"/>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48" name="Google Shape;248;p49"/>
          <p:cNvSpPr txBox="1">
            <a:spLocks noGrp="1"/>
          </p:cNvSpPr>
          <p:nvPr>
            <p:ph type="subTitle" idx="3"/>
          </p:nvPr>
        </p:nvSpPr>
        <p:spPr>
          <a:xfrm>
            <a:off x="4741445" y="3621279"/>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49" name="Google Shape;249;p49"/>
          <p:cNvSpPr txBox="1">
            <a:spLocks noGrp="1"/>
          </p:cNvSpPr>
          <p:nvPr>
            <p:ph type="subTitle" idx="4"/>
          </p:nvPr>
        </p:nvSpPr>
        <p:spPr>
          <a:xfrm>
            <a:off x="1593517" y="3119653"/>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50" name="Google Shape;250;p49"/>
          <p:cNvSpPr txBox="1">
            <a:spLocks noGrp="1"/>
          </p:cNvSpPr>
          <p:nvPr>
            <p:ph type="subTitle" idx="5"/>
          </p:nvPr>
        </p:nvSpPr>
        <p:spPr>
          <a:xfrm>
            <a:off x="1593533" y="1572190"/>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51" name="Google Shape;251;p49"/>
          <p:cNvSpPr txBox="1">
            <a:spLocks noGrp="1"/>
          </p:cNvSpPr>
          <p:nvPr>
            <p:ph type="subTitle" idx="6"/>
          </p:nvPr>
        </p:nvSpPr>
        <p:spPr>
          <a:xfrm>
            <a:off x="4741445" y="3119753"/>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52" name="Google Shape;252;p49"/>
          <p:cNvSpPr txBox="1">
            <a:spLocks noGrp="1"/>
          </p:cNvSpPr>
          <p:nvPr>
            <p:ph type="subTitle" idx="7"/>
          </p:nvPr>
        </p:nvSpPr>
        <p:spPr>
          <a:xfrm>
            <a:off x="4741454" y="2073717"/>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53" name="Google Shape;253;p49"/>
          <p:cNvSpPr txBox="1">
            <a:spLocks noGrp="1"/>
          </p:cNvSpPr>
          <p:nvPr>
            <p:ph type="subTitle" idx="8"/>
          </p:nvPr>
        </p:nvSpPr>
        <p:spPr>
          <a:xfrm>
            <a:off x="4741458" y="1572290"/>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1">
  <p:cSld name="TITLE_AND_TWO_COLUMNS_1_4_1_3">
    <p:spTree>
      <p:nvGrpSpPr>
        <p:cNvPr id="1" name="Shape 254"/>
        <p:cNvGrpSpPr/>
        <p:nvPr/>
      </p:nvGrpSpPr>
      <p:grpSpPr>
        <a:xfrm>
          <a:off x="0" y="0"/>
          <a:ext cx="0" cy="0"/>
          <a:chOff x="0" y="0"/>
          <a:chExt cx="0" cy="0"/>
        </a:xfrm>
      </p:grpSpPr>
      <p:sp>
        <p:nvSpPr>
          <p:cNvPr id="255" name="Google Shape;255;p50"/>
          <p:cNvSpPr txBox="1">
            <a:spLocks noGrp="1"/>
          </p:cNvSpPr>
          <p:nvPr>
            <p:ph type="title"/>
          </p:nvPr>
        </p:nvSpPr>
        <p:spPr>
          <a:xfrm>
            <a:off x="714850" y="342305"/>
            <a:ext cx="7714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56" name="Google Shape;256;p50"/>
          <p:cNvSpPr txBox="1">
            <a:spLocks noGrp="1"/>
          </p:cNvSpPr>
          <p:nvPr>
            <p:ph type="subTitle" idx="1"/>
          </p:nvPr>
        </p:nvSpPr>
        <p:spPr>
          <a:xfrm>
            <a:off x="714850" y="2101002"/>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57" name="Google Shape;257;p50"/>
          <p:cNvSpPr txBox="1">
            <a:spLocks noGrp="1"/>
          </p:cNvSpPr>
          <p:nvPr>
            <p:ph type="subTitle" idx="2"/>
          </p:nvPr>
        </p:nvSpPr>
        <p:spPr>
          <a:xfrm>
            <a:off x="2670437" y="2100994"/>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58" name="Google Shape;258;p50"/>
          <p:cNvSpPr txBox="1">
            <a:spLocks noGrp="1"/>
          </p:cNvSpPr>
          <p:nvPr>
            <p:ph type="subTitle" idx="3"/>
          </p:nvPr>
        </p:nvSpPr>
        <p:spPr>
          <a:xfrm>
            <a:off x="4626020" y="3602953"/>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59" name="Google Shape;259;p50"/>
          <p:cNvSpPr txBox="1">
            <a:spLocks noGrp="1"/>
          </p:cNvSpPr>
          <p:nvPr>
            <p:ph type="subTitle" idx="4"/>
          </p:nvPr>
        </p:nvSpPr>
        <p:spPr>
          <a:xfrm>
            <a:off x="714842" y="1434462"/>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60" name="Google Shape;260;p50"/>
          <p:cNvSpPr txBox="1">
            <a:spLocks noGrp="1"/>
          </p:cNvSpPr>
          <p:nvPr>
            <p:ph type="subTitle" idx="5"/>
          </p:nvPr>
        </p:nvSpPr>
        <p:spPr>
          <a:xfrm>
            <a:off x="2670437" y="1434450"/>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61" name="Google Shape;261;p50"/>
          <p:cNvSpPr txBox="1">
            <a:spLocks noGrp="1"/>
          </p:cNvSpPr>
          <p:nvPr>
            <p:ph type="subTitle" idx="6"/>
          </p:nvPr>
        </p:nvSpPr>
        <p:spPr>
          <a:xfrm>
            <a:off x="4626020" y="2949665"/>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62" name="Google Shape;262;p50"/>
          <p:cNvSpPr txBox="1">
            <a:spLocks noGrp="1"/>
          </p:cNvSpPr>
          <p:nvPr>
            <p:ph type="subTitle" idx="7"/>
          </p:nvPr>
        </p:nvSpPr>
        <p:spPr>
          <a:xfrm>
            <a:off x="6600254" y="3602940"/>
            <a:ext cx="1828800" cy="987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4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263" name="Google Shape;263;p50"/>
          <p:cNvSpPr txBox="1">
            <a:spLocks noGrp="1"/>
          </p:cNvSpPr>
          <p:nvPr>
            <p:ph type="subTitle" idx="8"/>
          </p:nvPr>
        </p:nvSpPr>
        <p:spPr>
          <a:xfrm>
            <a:off x="6600258" y="2949652"/>
            <a:ext cx="1828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Bebas Neue"/>
              <a:buNone/>
              <a:defRPr sz="2300" b="1">
                <a:solidFill>
                  <a:schemeClr val="dk1"/>
                </a:solidFill>
                <a:latin typeface="Inconsolata"/>
                <a:ea typeface="Inconsolata"/>
                <a:cs typeface="Inconsolata"/>
                <a:sym typeface="Inconsolata"/>
              </a:defRPr>
            </a:lvl1pPr>
            <a:lvl2pPr lvl="1" rtl="0">
              <a:spcBef>
                <a:spcPts val="0"/>
              </a:spcBef>
              <a:spcAft>
                <a:spcPts val="0"/>
              </a:spcAft>
              <a:buSzPts val="1600"/>
              <a:buFont typeface="Bebas Neue"/>
              <a:buNone/>
              <a:defRPr>
                <a:latin typeface="Bebas Neue"/>
                <a:ea typeface="Bebas Neue"/>
                <a:cs typeface="Bebas Neue"/>
                <a:sym typeface="Bebas Neue"/>
              </a:defRPr>
            </a:lvl2pPr>
            <a:lvl3pPr lvl="2" rtl="0">
              <a:spcBef>
                <a:spcPts val="0"/>
              </a:spcBef>
              <a:spcAft>
                <a:spcPts val="0"/>
              </a:spcAft>
              <a:buSzPts val="1600"/>
              <a:buFont typeface="Bebas Neue"/>
              <a:buNone/>
              <a:defRPr>
                <a:latin typeface="Bebas Neue"/>
                <a:ea typeface="Bebas Neue"/>
                <a:cs typeface="Bebas Neue"/>
                <a:sym typeface="Bebas Neue"/>
              </a:defRPr>
            </a:lvl3pPr>
            <a:lvl4pPr lvl="3" rtl="0">
              <a:spcBef>
                <a:spcPts val="0"/>
              </a:spcBef>
              <a:spcAft>
                <a:spcPts val="0"/>
              </a:spcAft>
              <a:buSzPts val="1600"/>
              <a:buFont typeface="Bebas Neue"/>
              <a:buNone/>
              <a:defRPr>
                <a:latin typeface="Bebas Neue"/>
                <a:ea typeface="Bebas Neue"/>
                <a:cs typeface="Bebas Neue"/>
                <a:sym typeface="Bebas Neue"/>
              </a:defRPr>
            </a:lvl4pPr>
            <a:lvl5pPr lvl="4" rtl="0">
              <a:spcBef>
                <a:spcPts val="0"/>
              </a:spcBef>
              <a:spcAft>
                <a:spcPts val="0"/>
              </a:spcAft>
              <a:buSzPts val="1600"/>
              <a:buFont typeface="Bebas Neue"/>
              <a:buNone/>
              <a:defRPr>
                <a:latin typeface="Bebas Neue"/>
                <a:ea typeface="Bebas Neue"/>
                <a:cs typeface="Bebas Neue"/>
                <a:sym typeface="Bebas Neue"/>
              </a:defRPr>
            </a:lvl5pPr>
            <a:lvl6pPr lvl="5" rtl="0">
              <a:spcBef>
                <a:spcPts val="0"/>
              </a:spcBef>
              <a:spcAft>
                <a:spcPts val="0"/>
              </a:spcAft>
              <a:buSzPts val="1600"/>
              <a:buFont typeface="Bebas Neue"/>
              <a:buNone/>
              <a:defRPr>
                <a:latin typeface="Bebas Neue"/>
                <a:ea typeface="Bebas Neue"/>
                <a:cs typeface="Bebas Neue"/>
                <a:sym typeface="Bebas Neue"/>
              </a:defRPr>
            </a:lvl6pPr>
            <a:lvl7pPr lvl="6" rtl="0">
              <a:spcBef>
                <a:spcPts val="0"/>
              </a:spcBef>
              <a:spcAft>
                <a:spcPts val="0"/>
              </a:spcAft>
              <a:buSzPts val="1600"/>
              <a:buFont typeface="Bebas Neue"/>
              <a:buNone/>
              <a:defRPr>
                <a:latin typeface="Bebas Neue"/>
                <a:ea typeface="Bebas Neue"/>
                <a:cs typeface="Bebas Neue"/>
                <a:sym typeface="Bebas Neue"/>
              </a:defRPr>
            </a:lvl7pPr>
            <a:lvl8pPr lvl="7" rtl="0">
              <a:spcBef>
                <a:spcPts val="0"/>
              </a:spcBef>
              <a:spcAft>
                <a:spcPts val="0"/>
              </a:spcAft>
              <a:buSzPts val="1600"/>
              <a:buFont typeface="Bebas Neue"/>
              <a:buNone/>
              <a:defRPr>
                <a:latin typeface="Bebas Neue"/>
                <a:ea typeface="Bebas Neue"/>
                <a:cs typeface="Bebas Neue"/>
                <a:sym typeface="Bebas Neue"/>
              </a:defRPr>
            </a:lvl8pPr>
            <a:lvl9pPr lvl="8" rtl="0">
              <a:spcBef>
                <a:spcPts val="0"/>
              </a:spcBef>
              <a:spcAft>
                <a:spcPts val="0"/>
              </a:spcAft>
              <a:buSzPts val="1600"/>
              <a:buFont typeface="Bebas Neue"/>
              <a:buNone/>
              <a:defRPr>
                <a:latin typeface="Bebas Neue"/>
                <a:ea typeface="Bebas Neue"/>
                <a:cs typeface="Bebas Neue"/>
                <a:sym typeface="Bebas Neue"/>
              </a:defRPr>
            </a:lvl9pPr>
          </a:lstStyle>
          <a:p>
            <a:endParaRPr/>
          </a:p>
        </p:txBody>
      </p:sp>
      <p:sp>
        <p:nvSpPr>
          <p:cNvPr id="264" name="Google Shape;264;p50"/>
          <p:cNvSpPr/>
          <p:nvPr/>
        </p:nvSpPr>
        <p:spPr>
          <a:xfrm>
            <a:off x="5375825" y="-1776250"/>
            <a:ext cx="4763700" cy="47637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50"/>
          <p:cNvSpPr/>
          <p:nvPr/>
        </p:nvSpPr>
        <p:spPr>
          <a:xfrm>
            <a:off x="-678700" y="3328900"/>
            <a:ext cx="3647700" cy="36477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TITLE_AND_BODY_1_1_1">
    <p:spTree>
      <p:nvGrpSpPr>
        <p:cNvPr id="1" name="Shape 335"/>
        <p:cNvGrpSpPr/>
        <p:nvPr/>
      </p:nvGrpSpPr>
      <p:grpSpPr>
        <a:xfrm>
          <a:off x="0" y="0"/>
          <a:ext cx="0" cy="0"/>
          <a:chOff x="0" y="0"/>
          <a:chExt cx="0" cy="0"/>
        </a:xfrm>
      </p:grpSpPr>
      <p:sp>
        <p:nvSpPr>
          <p:cNvPr id="336" name="Google Shape;336;p56"/>
          <p:cNvSpPr/>
          <p:nvPr/>
        </p:nvSpPr>
        <p:spPr>
          <a:xfrm flipH="1">
            <a:off x="-2160100" y="-2775592"/>
            <a:ext cx="5930400" cy="59304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 name="Google Shape;337;p56"/>
          <p:cNvSpPr/>
          <p:nvPr/>
        </p:nvSpPr>
        <p:spPr>
          <a:xfrm>
            <a:off x="324775" y="-845100"/>
            <a:ext cx="4516500" cy="45165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TITLE_AND_TWO_COLUMNS_1_4_1_2">
    <p:spTree>
      <p:nvGrpSpPr>
        <p:cNvPr id="1" name="Shape 338"/>
        <p:cNvGrpSpPr/>
        <p:nvPr/>
      </p:nvGrpSpPr>
      <p:grpSpPr>
        <a:xfrm>
          <a:off x="0" y="0"/>
          <a:ext cx="0" cy="0"/>
          <a:chOff x="0" y="0"/>
          <a:chExt cx="0" cy="0"/>
        </a:xfrm>
      </p:grpSpPr>
      <p:sp>
        <p:nvSpPr>
          <p:cNvPr id="339" name="Google Shape;339;p57"/>
          <p:cNvSpPr/>
          <p:nvPr/>
        </p:nvSpPr>
        <p:spPr>
          <a:xfrm flipH="1">
            <a:off x="5385200" y="277449"/>
            <a:ext cx="3271800" cy="32718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57"/>
          <p:cNvSpPr/>
          <p:nvPr/>
        </p:nvSpPr>
        <p:spPr>
          <a:xfrm>
            <a:off x="5522900" y="-2706825"/>
            <a:ext cx="6145200" cy="61452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57"/>
          <p:cNvSpPr/>
          <p:nvPr/>
        </p:nvSpPr>
        <p:spPr>
          <a:xfrm>
            <a:off x="-972575" y="3098475"/>
            <a:ext cx="3170400" cy="31704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4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875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1pPr>
            <a:lvl2pPr lvl="1">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2pPr>
            <a:lvl3pPr lvl="2">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3pPr>
            <a:lvl4pPr lvl="3">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4pPr>
            <a:lvl5pPr lvl="4">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5pPr>
            <a:lvl6pPr lvl="5">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6pPr>
            <a:lvl7pPr lvl="6">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7pPr>
            <a:lvl8pPr lvl="7">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8pPr>
            <a:lvl9pPr lvl="8">
              <a:spcBef>
                <a:spcPts val="0"/>
              </a:spcBef>
              <a:spcAft>
                <a:spcPts val="0"/>
              </a:spcAft>
              <a:buClr>
                <a:schemeClr val="dk1"/>
              </a:buClr>
              <a:buSzPts val="3600"/>
              <a:buFont typeface="Inconsolata"/>
              <a:buNone/>
              <a:defRPr sz="3600" b="1">
                <a:solidFill>
                  <a:schemeClr val="dk1"/>
                </a:solidFill>
                <a:latin typeface="Inconsolata"/>
                <a:ea typeface="Inconsolata"/>
                <a:cs typeface="Inconsolata"/>
                <a:sym typeface="Inconsolata"/>
              </a:defRPr>
            </a:lvl9pPr>
          </a:lstStyle>
          <a:p>
            <a:endParaRPr/>
          </a:p>
        </p:txBody>
      </p:sp>
      <p:sp>
        <p:nvSpPr>
          <p:cNvPr id="7" name="Google Shape;7;p1"/>
          <p:cNvSpPr txBox="1">
            <a:spLocks noGrp="1"/>
          </p:cNvSpPr>
          <p:nvPr>
            <p:ph type="body" idx="1"/>
          </p:nvPr>
        </p:nvSpPr>
        <p:spPr>
          <a:xfrm>
            <a:off x="713225" y="1152465"/>
            <a:ext cx="77175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1pPr>
            <a:lvl2pPr marL="914400" lvl="1"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2pPr>
            <a:lvl3pPr marL="1371600" lvl="2"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3pPr>
            <a:lvl4pPr marL="1828800" lvl="3"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4pPr>
            <a:lvl5pPr marL="2286000" lvl="4"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5pPr>
            <a:lvl6pPr marL="2743200" lvl="5"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6pPr>
            <a:lvl7pPr marL="3200400" lvl="6"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7pPr>
            <a:lvl8pPr marL="3657600" lvl="7"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8pPr>
            <a:lvl9pPr marL="4114800" lvl="8" indent="-330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8" r:id="rId5"/>
    <p:sldLayoutId id="2147483659" r:id="rId6"/>
    <p:sldLayoutId id="2147483682" r:id="rId7"/>
    <p:sldLayoutId id="2147483685" r:id="rId8"/>
    <p:sldLayoutId id="2147483695" r:id="rId9"/>
    <p:sldLayoutId id="2147483696" r:id="rId10"/>
    <p:sldLayoutId id="2147483702" r:id="rId11"/>
    <p:sldLayoutId id="214748370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42"/>
        <p:cNvGrpSpPr/>
        <p:nvPr/>
      </p:nvGrpSpPr>
      <p:grpSpPr>
        <a:xfrm>
          <a:off x="0" y="0"/>
          <a:ext cx="0" cy="0"/>
          <a:chOff x="0" y="0"/>
          <a:chExt cx="0" cy="0"/>
        </a:xfrm>
      </p:grpSpPr>
      <p:sp>
        <p:nvSpPr>
          <p:cNvPr id="343" name="Google Shape;343;p5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344" name="Google Shape;344;p5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61"/>
          <p:cNvSpPr txBox="1">
            <a:spLocks noGrp="1"/>
          </p:cNvSpPr>
          <p:nvPr>
            <p:ph type="ctrTitle"/>
          </p:nvPr>
        </p:nvSpPr>
        <p:spPr>
          <a:xfrm>
            <a:off x="713224" y="495626"/>
            <a:ext cx="6366002" cy="2842200"/>
          </a:xfrm>
          <a:prstGeom prst="rect">
            <a:avLst/>
          </a:prstGeom>
        </p:spPr>
        <p:txBody>
          <a:bodyPr spcFirstLastPara="1" wrap="square" lIns="0" tIns="91425" rIns="91425" bIns="91425" anchor="t" anchorCtr="0">
            <a:noAutofit/>
          </a:bodyPr>
          <a:lstStyle/>
          <a:p>
            <a:r>
              <a:rPr lang="en-US" sz="4000" b="1" dirty="0">
                <a:solidFill>
                  <a:schemeClr val="tx1"/>
                </a:solidFill>
                <a:effectLst/>
                <a:latin typeface="Inconsolata" pitchFamily="1" charset="0"/>
                <a:ea typeface="Inconsolata" pitchFamily="1" charset="0"/>
                <a:cs typeface="Times New Roman" panose="02020603050405020304" pitchFamily="18" charset="0"/>
              </a:rPr>
              <a:t>DESIGN AND BUILD FRONTEND WEBSITE POPULATION DATA STATISTICS USING PROTOTYPE METHOD</a:t>
            </a:r>
            <a:endParaRPr lang="en-ID" sz="4000" dirty="0"/>
          </a:p>
        </p:txBody>
      </p:sp>
      <p:sp>
        <p:nvSpPr>
          <p:cNvPr id="353" name="Google Shape;353;p61"/>
          <p:cNvSpPr txBox="1">
            <a:spLocks noGrp="1"/>
          </p:cNvSpPr>
          <p:nvPr>
            <p:ph type="subTitle" idx="1"/>
          </p:nvPr>
        </p:nvSpPr>
        <p:spPr>
          <a:xfrm>
            <a:off x="713224" y="3166051"/>
            <a:ext cx="4170663" cy="749700"/>
          </a:xfrm>
          <a:prstGeom prst="rect">
            <a:avLst/>
          </a:prstGeom>
        </p:spPr>
        <p:txBody>
          <a:bodyPr spcFirstLastPara="1" wrap="square" lIns="0" tIns="91425" rIns="91425" bIns="91425" anchor="t" anchorCtr="0">
            <a:noAutofit/>
          </a:bodyPr>
          <a:lstStyle/>
          <a:p>
            <a:pPr marL="0" lvl="0" indent="0" rtl="0">
              <a:spcBef>
                <a:spcPts val="0"/>
              </a:spcBef>
              <a:spcAft>
                <a:spcPts val="0"/>
              </a:spcAft>
              <a:buNone/>
            </a:pPr>
            <a:r>
              <a:rPr lang="en" sz="1800" dirty="0"/>
              <a:t>Muhammad Mario Wijatmika</a:t>
            </a:r>
          </a:p>
          <a:p>
            <a:pPr marL="0" lvl="0" indent="0" rtl="0">
              <a:spcBef>
                <a:spcPts val="0"/>
              </a:spcBef>
              <a:spcAft>
                <a:spcPts val="0"/>
              </a:spcAft>
              <a:buNone/>
            </a:pPr>
            <a:r>
              <a:rPr lang="en" sz="1800" dirty="0"/>
              <a:t>18102097</a:t>
            </a:r>
            <a:endParaRPr sz="1800" dirty="0"/>
          </a:p>
        </p:txBody>
      </p:sp>
      <p:sp>
        <p:nvSpPr>
          <p:cNvPr id="354" name="Google Shape;354;p61"/>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355" name="Google Shape;355;p61"/>
          <p:cNvCxnSpPr>
            <a:stCxn id="354"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cxnSp>
        <p:nvCxnSpPr>
          <p:cNvPr id="356" name="Google Shape;356;p61"/>
          <p:cNvCxnSpPr/>
          <p:nvPr/>
        </p:nvCxnSpPr>
        <p:spPr>
          <a:xfrm>
            <a:off x="713225" y="4776322"/>
            <a:ext cx="8426700" cy="0"/>
          </a:xfrm>
          <a:prstGeom prst="straightConnector1">
            <a:avLst/>
          </a:prstGeom>
          <a:noFill/>
          <a:ln w="9525" cap="flat" cmpd="sng">
            <a:solidFill>
              <a:schemeClr val="accent2"/>
            </a:solidFill>
            <a:prstDash val="solid"/>
            <a:round/>
            <a:headEnd type="none" w="med" len="med"/>
            <a:tailEnd type="none" w="med" len="med"/>
          </a:ln>
        </p:spPr>
      </p:cxnSp>
      <p:sp>
        <p:nvSpPr>
          <p:cNvPr id="8" name="TextBox 7">
            <a:extLst>
              <a:ext uri="{FF2B5EF4-FFF2-40B4-BE49-F238E27FC236}">
                <a16:creationId xmlns:a16="http://schemas.microsoft.com/office/drawing/2014/main" id="{9E878044-5447-42A0-94A1-8C3A8EAB316A}"/>
              </a:ext>
            </a:extLst>
          </p:cNvPr>
          <p:cNvSpPr txBox="1"/>
          <p:nvPr/>
        </p:nvSpPr>
        <p:spPr>
          <a:xfrm>
            <a:off x="588263" y="4278542"/>
            <a:ext cx="6366001" cy="369332"/>
          </a:xfrm>
          <a:prstGeom prst="rect">
            <a:avLst/>
          </a:prstGeom>
          <a:noFill/>
        </p:spPr>
        <p:txBody>
          <a:bodyPr wrap="square">
            <a:spAutoFit/>
          </a:bodyPr>
          <a:lstStyle/>
          <a:p>
            <a:r>
              <a:rPr lang="en-ID" sz="1800" dirty="0">
                <a:latin typeface="Open Sans" panose="020B0606030504020204" pitchFamily="34" charset="0"/>
                <a:ea typeface="Open Sans" panose="020B0606030504020204" pitchFamily="34" charset="0"/>
                <a:cs typeface="Open Sans" panose="020B0606030504020204" pitchFamily="34" charset="0"/>
              </a:rPr>
              <a:t>Supervisor : </a:t>
            </a:r>
            <a:r>
              <a:rPr lang="en-US" sz="1800" dirty="0" err="1">
                <a:effectLst/>
                <a:latin typeface="Open Sans" panose="020B0606030504020204" pitchFamily="34" charset="0"/>
                <a:ea typeface="Open Sans" panose="020B0606030504020204" pitchFamily="34" charset="0"/>
                <a:cs typeface="Open Sans" panose="020B0606030504020204" pitchFamily="34" charset="0"/>
              </a:rPr>
              <a:t>Pradana</a:t>
            </a:r>
            <a:r>
              <a:rPr lang="en-US" sz="1800" dirty="0">
                <a:effectLst/>
                <a:latin typeface="Open Sans" panose="020B0606030504020204" pitchFamily="34" charset="0"/>
                <a:ea typeface="Open Sans" panose="020B0606030504020204" pitchFamily="34" charset="0"/>
                <a:cs typeface="Open Sans" panose="020B0606030504020204" pitchFamily="34" charset="0"/>
              </a:rPr>
              <a:t> Ananda </a:t>
            </a:r>
            <a:r>
              <a:rPr lang="en-US" sz="1800" dirty="0" err="1">
                <a:effectLst/>
                <a:latin typeface="Open Sans" panose="020B0606030504020204" pitchFamily="34" charset="0"/>
                <a:ea typeface="Open Sans" panose="020B0606030504020204" pitchFamily="34" charset="0"/>
                <a:cs typeface="Open Sans" panose="020B0606030504020204" pitchFamily="34" charset="0"/>
              </a:rPr>
              <a:t>Raharja</a:t>
            </a:r>
            <a:r>
              <a:rPr lang="en-US" sz="1800" dirty="0">
                <a:effectLst/>
                <a:latin typeface="Open Sans" panose="020B0606030504020204" pitchFamily="34" charset="0"/>
                <a:ea typeface="Open Sans" panose="020B0606030504020204" pitchFamily="34" charset="0"/>
                <a:cs typeface="Open Sans" panose="020B0606030504020204" pitchFamily="34" charset="0"/>
              </a:rPr>
              <a:t>, S. </a:t>
            </a:r>
            <a:r>
              <a:rPr lang="en-US" sz="1800" dirty="0" err="1">
                <a:effectLst/>
                <a:latin typeface="Open Sans" panose="020B0606030504020204" pitchFamily="34" charset="0"/>
                <a:ea typeface="Open Sans" panose="020B0606030504020204" pitchFamily="34" charset="0"/>
                <a:cs typeface="Open Sans" panose="020B0606030504020204" pitchFamily="34" charset="0"/>
              </a:rPr>
              <a:t>Kom</a:t>
            </a:r>
            <a:r>
              <a:rPr lang="en-US" sz="1800" dirty="0">
                <a:effectLst/>
                <a:latin typeface="Open Sans" panose="020B0606030504020204" pitchFamily="34" charset="0"/>
                <a:ea typeface="Open Sans" panose="020B0606030504020204" pitchFamily="34" charset="0"/>
                <a:cs typeface="Open Sans" panose="020B0606030504020204" pitchFamily="34" charset="0"/>
              </a:rPr>
              <a:t>., M. </a:t>
            </a:r>
            <a:r>
              <a:rPr lang="en-US" sz="1800" dirty="0" err="1">
                <a:effectLst/>
                <a:latin typeface="Open Sans" panose="020B0606030504020204" pitchFamily="34" charset="0"/>
                <a:ea typeface="Open Sans" panose="020B0606030504020204" pitchFamily="34" charset="0"/>
                <a:cs typeface="Open Sans" panose="020B0606030504020204" pitchFamily="34" charset="0"/>
              </a:rPr>
              <a:t>Kom</a:t>
            </a:r>
            <a:endParaRPr lang="en-ID" sz="18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76"/>
        <p:cNvGrpSpPr/>
        <p:nvPr/>
      </p:nvGrpSpPr>
      <p:grpSpPr>
        <a:xfrm>
          <a:off x="0" y="0"/>
          <a:ext cx="0" cy="0"/>
          <a:chOff x="0" y="0"/>
          <a:chExt cx="0" cy="0"/>
        </a:xfrm>
      </p:grpSpPr>
      <p:sp>
        <p:nvSpPr>
          <p:cNvPr id="377" name="Google Shape;377;p64"/>
          <p:cNvSpPr txBox="1">
            <a:spLocks noGrp="1"/>
          </p:cNvSpPr>
          <p:nvPr>
            <p:ph type="ctrTitle" idx="6"/>
          </p:nvPr>
        </p:nvSpPr>
        <p:spPr>
          <a:xfrm flipH="1">
            <a:off x="1385443" y="2884260"/>
            <a:ext cx="2395800" cy="453293"/>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Theory</a:t>
            </a:r>
            <a:endParaRPr dirty="0"/>
          </a:p>
        </p:txBody>
      </p:sp>
      <p:sp>
        <p:nvSpPr>
          <p:cNvPr id="379" name="Google Shape;379;p64"/>
          <p:cNvSpPr txBox="1">
            <a:spLocks noGrp="1"/>
          </p:cNvSpPr>
          <p:nvPr>
            <p:ph type="title" idx="8"/>
          </p:nvPr>
        </p:nvSpPr>
        <p:spPr>
          <a:xfrm flipH="1">
            <a:off x="723428" y="2450398"/>
            <a:ext cx="733500" cy="1350000"/>
          </a:xfrm>
          <a:prstGeom prst="rect">
            <a:avLst/>
          </a:prstGeom>
        </p:spPr>
        <p:txBody>
          <a:bodyPr spcFirstLastPara="1" wrap="square" lIns="91425" tIns="365750" rIns="91425" bIns="91425" anchor="t" anchorCtr="0">
            <a:noAutofit/>
          </a:bodyPr>
          <a:lstStyle/>
          <a:p>
            <a:pPr marL="0" lvl="0" indent="0" algn="l" rtl="0">
              <a:spcBef>
                <a:spcPts val="0"/>
              </a:spcBef>
              <a:spcAft>
                <a:spcPts val="0"/>
              </a:spcAft>
              <a:buNone/>
            </a:pPr>
            <a:r>
              <a:rPr lang="en"/>
              <a:t>03</a:t>
            </a:r>
            <a:endParaRPr/>
          </a:p>
        </p:txBody>
      </p:sp>
      <p:sp>
        <p:nvSpPr>
          <p:cNvPr id="380" name="Google Shape;380;p64"/>
          <p:cNvSpPr txBox="1">
            <a:spLocks noGrp="1"/>
          </p:cNvSpPr>
          <p:nvPr>
            <p:ph type="ctrTitle" idx="15"/>
          </p:nvPr>
        </p:nvSpPr>
        <p:spPr>
          <a:xfrm>
            <a:off x="715450" y="436050"/>
            <a:ext cx="7713000" cy="5778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a:t>Table of contents</a:t>
            </a:r>
            <a:endParaRPr sz="3600"/>
          </a:p>
        </p:txBody>
      </p:sp>
      <p:sp>
        <p:nvSpPr>
          <p:cNvPr id="381" name="Google Shape;381;p64"/>
          <p:cNvSpPr txBox="1">
            <a:spLocks noGrp="1"/>
          </p:cNvSpPr>
          <p:nvPr>
            <p:ph type="ctrTitle"/>
          </p:nvPr>
        </p:nvSpPr>
        <p:spPr>
          <a:xfrm flipH="1">
            <a:off x="1454253" y="1779349"/>
            <a:ext cx="2395800" cy="453295"/>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83" name="Google Shape;383;p64"/>
          <p:cNvSpPr txBox="1">
            <a:spLocks noGrp="1"/>
          </p:cNvSpPr>
          <p:nvPr>
            <p:ph type="title" idx="2"/>
          </p:nvPr>
        </p:nvSpPr>
        <p:spPr>
          <a:xfrm flipH="1">
            <a:off x="720753" y="1263787"/>
            <a:ext cx="733500" cy="1353300"/>
          </a:xfrm>
          <a:prstGeom prst="rect">
            <a:avLst/>
          </a:prstGeom>
        </p:spPr>
        <p:txBody>
          <a:bodyPr spcFirstLastPara="1" wrap="square" lIns="91425" tIns="365750" rIns="91425" bIns="91425" anchor="t" anchorCtr="0">
            <a:noAutofit/>
          </a:bodyPr>
          <a:lstStyle/>
          <a:p>
            <a:pPr marL="0" lvl="0" indent="0" algn="l" rtl="0">
              <a:spcBef>
                <a:spcPts val="0"/>
              </a:spcBef>
              <a:spcAft>
                <a:spcPts val="0"/>
              </a:spcAft>
              <a:buNone/>
            </a:pPr>
            <a:r>
              <a:rPr lang="en"/>
              <a:t>01</a:t>
            </a:r>
            <a:endParaRPr/>
          </a:p>
        </p:txBody>
      </p:sp>
      <p:sp>
        <p:nvSpPr>
          <p:cNvPr id="384" name="Google Shape;384;p64"/>
          <p:cNvSpPr txBox="1">
            <a:spLocks noGrp="1"/>
          </p:cNvSpPr>
          <p:nvPr>
            <p:ph type="ctrTitle" idx="3"/>
          </p:nvPr>
        </p:nvSpPr>
        <p:spPr>
          <a:xfrm>
            <a:off x="4829051" y="1509859"/>
            <a:ext cx="2395800" cy="8184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Purpose &amp;</a:t>
            </a:r>
            <a:br>
              <a:rPr lang="en" dirty="0"/>
            </a:br>
            <a:r>
              <a:rPr lang="en" dirty="0"/>
              <a:t>Scope</a:t>
            </a:r>
            <a:endParaRPr dirty="0"/>
          </a:p>
        </p:txBody>
      </p:sp>
      <p:sp>
        <p:nvSpPr>
          <p:cNvPr id="386" name="Google Shape;386;p64"/>
          <p:cNvSpPr txBox="1">
            <a:spLocks noGrp="1"/>
          </p:cNvSpPr>
          <p:nvPr>
            <p:ph type="title" idx="5"/>
          </p:nvPr>
        </p:nvSpPr>
        <p:spPr>
          <a:xfrm>
            <a:off x="4133313" y="1267087"/>
            <a:ext cx="733500" cy="1350000"/>
          </a:xfrm>
          <a:prstGeom prst="rect">
            <a:avLst/>
          </a:prstGeom>
        </p:spPr>
        <p:txBody>
          <a:bodyPr spcFirstLastPara="1" wrap="square" lIns="91425" tIns="365750" rIns="91425" bIns="91425" anchor="t" anchorCtr="0">
            <a:noAutofit/>
          </a:bodyPr>
          <a:lstStyle/>
          <a:p>
            <a:pPr marL="0" lvl="0" indent="0" algn="l" rtl="0">
              <a:spcBef>
                <a:spcPts val="0"/>
              </a:spcBef>
              <a:spcAft>
                <a:spcPts val="0"/>
              </a:spcAft>
              <a:buNone/>
            </a:pPr>
            <a:r>
              <a:rPr lang="en"/>
              <a:t>02</a:t>
            </a:r>
            <a:endParaRPr/>
          </a:p>
        </p:txBody>
      </p:sp>
      <p:sp>
        <p:nvSpPr>
          <p:cNvPr id="387" name="Google Shape;387;p64"/>
          <p:cNvSpPr txBox="1">
            <a:spLocks noGrp="1"/>
          </p:cNvSpPr>
          <p:nvPr>
            <p:ph type="ctrTitle" idx="9"/>
          </p:nvPr>
        </p:nvSpPr>
        <p:spPr>
          <a:xfrm>
            <a:off x="4829051" y="2928353"/>
            <a:ext cx="2395800" cy="8184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Analysis</a:t>
            </a:r>
            <a:endParaRPr dirty="0"/>
          </a:p>
        </p:txBody>
      </p:sp>
      <p:sp>
        <p:nvSpPr>
          <p:cNvPr id="389" name="Google Shape;389;p64"/>
          <p:cNvSpPr txBox="1">
            <a:spLocks noGrp="1"/>
          </p:cNvSpPr>
          <p:nvPr>
            <p:ph type="title" idx="14"/>
          </p:nvPr>
        </p:nvSpPr>
        <p:spPr>
          <a:xfrm>
            <a:off x="4130513" y="2450398"/>
            <a:ext cx="733500" cy="1350000"/>
          </a:xfrm>
          <a:prstGeom prst="rect">
            <a:avLst/>
          </a:prstGeom>
        </p:spPr>
        <p:txBody>
          <a:bodyPr spcFirstLastPara="1" wrap="square" lIns="91425" tIns="365750" rIns="91425" bIns="91425" anchor="t" anchorCtr="0">
            <a:noAutofit/>
          </a:bodyPr>
          <a:lstStyle/>
          <a:p>
            <a:pPr marL="0" lvl="0" indent="0" algn="l" rtl="0">
              <a:spcBef>
                <a:spcPts val="0"/>
              </a:spcBef>
              <a:spcAft>
                <a:spcPts val="0"/>
              </a:spcAft>
              <a:buNone/>
            </a:pPr>
            <a:r>
              <a:rPr lang="en"/>
              <a:t>04</a:t>
            </a:r>
            <a:endParaRPr/>
          </a:p>
        </p:txBody>
      </p:sp>
      <p:cxnSp>
        <p:nvCxnSpPr>
          <p:cNvPr id="390" name="Google Shape;390;p64"/>
          <p:cNvCxnSpPr/>
          <p:nvPr/>
        </p:nvCxnSpPr>
        <p:spPr>
          <a:xfrm>
            <a:off x="3595" y="2326250"/>
            <a:ext cx="6967200" cy="0"/>
          </a:xfrm>
          <a:prstGeom prst="straightConnector1">
            <a:avLst/>
          </a:prstGeom>
          <a:noFill/>
          <a:ln w="9525" cap="flat" cmpd="sng">
            <a:solidFill>
              <a:schemeClr val="accent2"/>
            </a:solidFill>
            <a:prstDash val="solid"/>
            <a:round/>
            <a:headEnd type="none" w="med" len="med"/>
            <a:tailEnd type="none" w="med" len="med"/>
          </a:ln>
        </p:spPr>
      </p:cxnSp>
      <p:cxnSp>
        <p:nvCxnSpPr>
          <p:cNvPr id="391" name="Google Shape;391;p64"/>
          <p:cNvCxnSpPr/>
          <p:nvPr/>
        </p:nvCxnSpPr>
        <p:spPr>
          <a:xfrm>
            <a:off x="-7568" y="3509911"/>
            <a:ext cx="6927300" cy="0"/>
          </a:xfrm>
          <a:prstGeom prst="straightConnector1">
            <a:avLst/>
          </a:prstGeom>
          <a:noFill/>
          <a:ln w="9525" cap="flat" cmpd="sng">
            <a:solidFill>
              <a:schemeClr val="accent2"/>
            </a:solidFill>
            <a:prstDash val="solid"/>
            <a:round/>
            <a:headEnd type="none" w="med" len="med"/>
            <a:tailEnd type="none" w="med" len="med"/>
          </a:ln>
        </p:spPr>
      </p:cxnSp>
      <p:sp>
        <p:nvSpPr>
          <p:cNvPr id="392" name="Google Shape;392;p64"/>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393" name="Google Shape;393;p64"/>
          <p:cNvCxnSpPr>
            <a:stCxn id="392"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
        <p:nvSpPr>
          <p:cNvPr id="27" name="Google Shape;377;p64">
            <a:extLst>
              <a:ext uri="{FF2B5EF4-FFF2-40B4-BE49-F238E27FC236}">
                <a16:creationId xmlns:a16="http://schemas.microsoft.com/office/drawing/2014/main" id="{672E29AF-CB09-4675-93F4-1F0A3F8E4A0D}"/>
              </a:ext>
            </a:extLst>
          </p:cNvPr>
          <p:cNvSpPr txBox="1">
            <a:spLocks/>
          </p:cNvSpPr>
          <p:nvPr/>
        </p:nvSpPr>
        <p:spPr>
          <a:xfrm flipH="1">
            <a:off x="1385443" y="3953235"/>
            <a:ext cx="2395800" cy="7781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1200"/>
              <a:buFont typeface="Inconsolata"/>
              <a:buNone/>
              <a:defRPr sz="2300" b="1" i="0" u="none" strike="noStrike" cap="none">
                <a:solidFill>
                  <a:schemeClr val="dk1"/>
                </a:solidFill>
                <a:latin typeface="Inconsolata"/>
                <a:ea typeface="Inconsolata"/>
                <a:cs typeface="Inconsolata"/>
                <a:sym typeface="Inconsolata"/>
              </a:defRPr>
            </a:lvl1pPr>
            <a:lvl2pPr marR="0" lvl="1"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2pPr>
            <a:lvl3pPr marR="0" lvl="2"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3pPr>
            <a:lvl4pPr marR="0" lvl="3"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4pPr>
            <a:lvl5pPr marR="0" lvl="4"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5pPr>
            <a:lvl6pPr marR="0" lvl="5"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6pPr>
            <a:lvl7pPr marR="0" lvl="6"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7pPr>
            <a:lvl8pPr marR="0" lvl="7"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8pPr>
            <a:lvl9pPr marR="0" lvl="8" algn="l" rtl="0">
              <a:lnSpc>
                <a:spcPct val="100000"/>
              </a:lnSpc>
              <a:spcBef>
                <a:spcPts val="0"/>
              </a:spcBef>
              <a:spcAft>
                <a:spcPts val="0"/>
              </a:spcAft>
              <a:buClr>
                <a:schemeClr val="dk1"/>
              </a:buClr>
              <a:buSzPts val="1200"/>
              <a:buFont typeface="Inconsolata"/>
              <a:buNone/>
              <a:defRPr sz="1200" b="1" i="0" u="none" strike="noStrike" cap="none">
                <a:solidFill>
                  <a:schemeClr val="dk1"/>
                </a:solidFill>
                <a:latin typeface="Inconsolata"/>
                <a:ea typeface="Inconsolata"/>
                <a:cs typeface="Inconsolata"/>
                <a:sym typeface="Inconsolata"/>
              </a:defRPr>
            </a:lvl9pPr>
          </a:lstStyle>
          <a:p>
            <a:r>
              <a:rPr lang="en-US" dirty="0"/>
              <a:t>C</a:t>
            </a:r>
            <a:r>
              <a:rPr lang="en-ID" dirty="0" err="1"/>
              <a:t>onclusions</a:t>
            </a:r>
            <a:r>
              <a:rPr lang="en-ID" dirty="0"/>
              <a:t> &amp;</a:t>
            </a:r>
          </a:p>
          <a:p>
            <a:r>
              <a:rPr lang="en-ID" dirty="0" err="1"/>
              <a:t>Suggeestions</a:t>
            </a:r>
            <a:endParaRPr lang="en-ID" dirty="0"/>
          </a:p>
        </p:txBody>
      </p:sp>
      <p:sp>
        <p:nvSpPr>
          <p:cNvPr id="28" name="Google Shape;379;p64">
            <a:extLst>
              <a:ext uri="{FF2B5EF4-FFF2-40B4-BE49-F238E27FC236}">
                <a16:creationId xmlns:a16="http://schemas.microsoft.com/office/drawing/2014/main" id="{A7822231-5551-4CB3-8442-B14C7312E9F6}"/>
              </a:ext>
            </a:extLst>
          </p:cNvPr>
          <p:cNvSpPr txBox="1">
            <a:spLocks/>
          </p:cNvSpPr>
          <p:nvPr/>
        </p:nvSpPr>
        <p:spPr>
          <a:xfrm flipH="1">
            <a:off x="730996" y="3647937"/>
            <a:ext cx="733500" cy="1350000"/>
          </a:xfrm>
          <a:prstGeom prst="rect">
            <a:avLst/>
          </a:prstGeom>
          <a:noFill/>
          <a:ln>
            <a:noFill/>
          </a:ln>
        </p:spPr>
        <p:txBody>
          <a:bodyPr spcFirstLastPara="1" wrap="square" lIns="91425" tIns="36575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800"/>
              <a:buFont typeface="Inconsolata"/>
              <a:buNone/>
              <a:defRPr sz="3900" b="1" i="0" u="none" strike="noStrike" cap="none">
                <a:solidFill>
                  <a:srgbClr val="C95EFF"/>
                </a:solidFill>
                <a:latin typeface="Inconsolata"/>
                <a:ea typeface="Inconsolata"/>
                <a:cs typeface="Inconsolata"/>
                <a:sym typeface="Inconsolata"/>
              </a:defRPr>
            </a:lvl1pPr>
            <a:lvl2pPr marR="0" lvl="1"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chemeClr val="dk1"/>
              </a:buClr>
              <a:buSzPts val="4800"/>
              <a:buFont typeface="Fira Sans Extra Condensed Medium"/>
              <a:buNone/>
              <a:defRPr sz="4800" b="1" i="0" u="none" strike="noStrike" cap="none">
                <a:solidFill>
                  <a:schemeClr val="dk1"/>
                </a:solidFill>
                <a:latin typeface="Fira Sans Extra Condensed Medium"/>
                <a:ea typeface="Fira Sans Extra Condensed Medium"/>
                <a:cs typeface="Fira Sans Extra Condensed Medium"/>
                <a:sym typeface="Fira Sans Extra Condensed Medium"/>
              </a:defRPr>
            </a:lvl9pPr>
          </a:lstStyle>
          <a:p>
            <a:r>
              <a:rPr lang="en" dirty="0"/>
              <a:t>05</a:t>
            </a:r>
          </a:p>
        </p:txBody>
      </p:sp>
      <p:cxnSp>
        <p:nvCxnSpPr>
          <p:cNvPr id="29" name="Google Shape;391;p64">
            <a:extLst>
              <a:ext uri="{FF2B5EF4-FFF2-40B4-BE49-F238E27FC236}">
                <a16:creationId xmlns:a16="http://schemas.microsoft.com/office/drawing/2014/main" id="{3AC84E81-F07A-4859-A0E4-A81B07E491F8}"/>
              </a:ext>
            </a:extLst>
          </p:cNvPr>
          <p:cNvCxnSpPr/>
          <p:nvPr/>
        </p:nvCxnSpPr>
        <p:spPr>
          <a:xfrm>
            <a:off x="0" y="4707450"/>
            <a:ext cx="6927300" cy="0"/>
          </a:xfrm>
          <a:prstGeom prst="straightConnector1">
            <a:avLst/>
          </a:prstGeom>
          <a:noFill/>
          <a:ln w="9525" cap="flat" cmpd="sng">
            <a:solidFill>
              <a:schemeClr val="accent2"/>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97"/>
        <p:cNvGrpSpPr/>
        <p:nvPr/>
      </p:nvGrpSpPr>
      <p:grpSpPr>
        <a:xfrm>
          <a:off x="0" y="0"/>
          <a:ext cx="0" cy="0"/>
          <a:chOff x="0" y="0"/>
          <a:chExt cx="0" cy="0"/>
        </a:xfrm>
      </p:grpSpPr>
      <p:sp>
        <p:nvSpPr>
          <p:cNvPr id="398" name="Google Shape;398;p65"/>
          <p:cNvSpPr txBox="1">
            <a:spLocks noGrp="1"/>
          </p:cNvSpPr>
          <p:nvPr>
            <p:ph type="title"/>
          </p:nvPr>
        </p:nvSpPr>
        <p:spPr>
          <a:xfrm>
            <a:off x="1855607" y="1922012"/>
            <a:ext cx="5906160" cy="140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7200" dirty="0"/>
              <a:t>Introduction</a:t>
            </a:r>
            <a:endParaRPr sz="7200" dirty="0"/>
          </a:p>
        </p:txBody>
      </p:sp>
      <p:sp>
        <p:nvSpPr>
          <p:cNvPr id="399" name="Google Shape;399;p65"/>
          <p:cNvSpPr txBox="1">
            <a:spLocks noGrp="1"/>
          </p:cNvSpPr>
          <p:nvPr>
            <p:ph type="title" idx="2"/>
          </p:nvPr>
        </p:nvSpPr>
        <p:spPr>
          <a:xfrm>
            <a:off x="1855607" y="702812"/>
            <a:ext cx="2379300" cy="121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401" name="Google Shape;401;p65"/>
          <p:cNvCxnSpPr/>
          <p:nvPr/>
        </p:nvCxnSpPr>
        <p:spPr>
          <a:xfrm>
            <a:off x="713225" y="4099372"/>
            <a:ext cx="7731000" cy="0"/>
          </a:xfrm>
          <a:prstGeom prst="straightConnector1">
            <a:avLst/>
          </a:prstGeom>
          <a:noFill/>
          <a:ln w="9525" cap="flat" cmpd="sng">
            <a:solidFill>
              <a:schemeClr val="accent2"/>
            </a:solidFill>
            <a:prstDash val="solid"/>
            <a:round/>
            <a:headEnd type="none" w="med" len="med"/>
            <a:tailEnd type="none" w="med" len="med"/>
          </a:ln>
        </p:spPr>
      </p:cxnSp>
      <p:sp>
        <p:nvSpPr>
          <p:cNvPr id="403" name="Google Shape;403;p65"/>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404" name="Google Shape;404;p65"/>
          <p:cNvCxnSpPr>
            <a:stCxn id="403"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08"/>
        <p:cNvGrpSpPr/>
        <p:nvPr/>
      </p:nvGrpSpPr>
      <p:grpSpPr>
        <a:xfrm>
          <a:off x="0" y="0"/>
          <a:ext cx="0" cy="0"/>
          <a:chOff x="0" y="0"/>
          <a:chExt cx="0" cy="0"/>
        </a:xfrm>
      </p:grpSpPr>
      <p:sp>
        <p:nvSpPr>
          <p:cNvPr id="409" name="Google Shape;409;p66"/>
          <p:cNvSpPr txBox="1">
            <a:spLocks noGrp="1"/>
          </p:cNvSpPr>
          <p:nvPr>
            <p:ph type="title"/>
          </p:nvPr>
        </p:nvSpPr>
        <p:spPr>
          <a:xfrm>
            <a:off x="437330" y="263023"/>
            <a:ext cx="5200500" cy="6817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rPr>
              <a:t>Introduction</a:t>
            </a:r>
            <a:endParaRPr dirty="0">
              <a:solidFill>
                <a:schemeClr val="bg1"/>
              </a:solidFill>
            </a:endParaRPr>
          </a:p>
        </p:txBody>
      </p:sp>
      <p:sp>
        <p:nvSpPr>
          <p:cNvPr id="410" name="Google Shape;410;p66"/>
          <p:cNvSpPr txBox="1">
            <a:spLocks noGrp="1"/>
          </p:cNvSpPr>
          <p:nvPr>
            <p:ph type="subTitle" idx="1"/>
          </p:nvPr>
        </p:nvSpPr>
        <p:spPr>
          <a:xfrm>
            <a:off x="567959" y="1985544"/>
            <a:ext cx="5912670" cy="206828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800" dirty="0"/>
              <a:t>PT. </a:t>
            </a:r>
            <a:r>
              <a:rPr lang="en-US" sz="1800" dirty="0" err="1"/>
              <a:t>Puskomedia</a:t>
            </a:r>
            <a:r>
              <a:rPr lang="en-US" sz="1800" dirty="0"/>
              <a:t> Indonesia </a:t>
            </a:r>
            <a:r>
              <a:rPr lang="en-US" sz="1800" dirty="0" err="1"/>
              <a:t>Kreatif</a:t>
            </a:r>
            <a:r>
              <a:rPr lang="en-US" sz="1800" dirty="0"/>
              <a:t> is a company that focuses on digital fields such as making website and mobile-based application products, creating village internet networks, and cloud VPS services. PT. </a:t>
            </a:r>
            <a:r>
              <a:rPr lang="en-US" sz="1800" dirty="0" err="1"/>
              <a:t>Puskomedia</a:t>
            </a:r>
            <a:r>
              <a:rPr lang="en-US" sz="1800" dirty="0"/>
              <a:t> Indonesia </a:t>
            </a:r>
            <a:r>
              <a:rPr lang="en-US" sz="1800" dirty="0" err="1"/>
              <a:t>Kreatif</a:t>
            </a:r>
            <a:r>
              <a:rPr lang="en-US" sz="1800" dirty="0"/>
              <a:t> was founded on 28 September 2013 in </a:t>
            </a:r>
            <a:r>
              <a:rPr lang="en-US" sz="1800" dirty="0" err="1"/>
              <a:t>Banyumas</a:t>
            </a:r>
            <a:endParaRPr lang="en-US" sz="1800" dirty="0"/>
          </a:p>
        </p:txBody>
      </p:sp>
      <p:cxnSp>
        <p:nvCxnSpPr>
          <p:cNvPr id="411" name="Google Shape;411;p66"/>
          <p:cNvCxnSpPr/>
          <p:nvPr/>
        </p:nvCxnSpPr>
        <p:spPr>
          <a:xfrm>
            <a:off x="2070900" y="1406267"/>
            <a:ext cx="7073100" cy="0"/>
          </a:xfrm>
          <a:prstGeom prst="straightConnector1">
            <a:avLst/>
          </a:prstGeom>
          <a:noFill/>
          <a:ln w="9525" cap="flat" cmpd="sng">
            <a:solidFill>
              <a:schemeClr val="accent2"/>
            </a:solidFill>
            <a:prstDash val="solid"/>
            <a:round/>
            <a:headEnd type="none" w="med" len="med"/>
            <a:tailEnd type="none" w="med" len="med"/>
          </a:ln>
        </p:spPr>
      </p:cxnSp>
      <p:sp>
        <p:nvSpPr>
          <p:cNvPr id="412" name="Google Shape;412;p66"/>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413" name="Google Shape;413;p66"/>
          <p:cNvCxnSpPr>
            <a:stCxn id="412"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pic>
        <p:nvPicPr>
          <p:cNvPr id="3" name="Picture 2">
            <a:extLst>
              <a:ext uri="{FF2B5EF4-FFF2-40B4-BE49-F238E27FC236}">
                <a16:creationId xmlns:a16="http://schemas.microsoft.com/office/drawing/2014/main" id="{44B94ED8-5837-47BF-824B-AED8BCF8FD9E}"/>
              </a:ext>
            </a:extLst>
          </p:cNvPr>
          <p:cNvPicPr>
            <a:picLocks noChangeAspect="1"/>
          </p:cNvPicPr>
          <p:nvPr/>
        </p:nvPicPr>
        <p:blipFill>
          <a:blip r:embed="rId3"/>
          <a:stretch>
            <a:fillRect/>
          </a:stretch>
        </p:blipFill>
        <p:spPr>
          <a:xfrm>
            <a:off x="5988934" y="1978286"/>
            <a:ext cx="2688341" cy="1943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08"/>
        <p:cNvGrpSpPr/>
        <p:nvPr/>
      </p:nvGrpSpPr>
      <p:grpSpPr>
        <a:xfrm>
          <a:off x="0" y="0"/>
          <a:ext cx="0" cy="0"/>
          <a:chOff x="0" y="0"/>
          <a:chExt cx="0" cy="0"/>
        </a:xfrm>
      </p:grpSpPr>
      <p:sp>
        <p:nvSpPr>
          <p:cNvPr id="409" name="Google Shape;409;p66"/>
          <p:cNvSpPr txBox="1">
            <a:spLocks noGrp="1"/>
          </p:cNvSpPr>
          <p:nvPr>
            <p:ph type="title"/>
          </p:nvPr>
        </p:nvSpPr>
        <p:spPr>
          <a:xfrm>
            <a:off x="437330" y="263023"/>
            <a:ext cx="5200500" cy="6817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rPr>
              <a:t>Introduction</a:t>
            </a:r>
            <a:endParaRPr dirty="0">
              <a:solidFill>
                <a:schemeClr val="bg1"/>
              </a:solidFill>
            </a:endParaRPr>
          </a:p>
        </p:txBody>
      </p:sp>
      <p:sp>
        <p:nvSpPr>
          <p:cNvPr id="410" name="Google Shape;410;p66"/>
          <p:cNvSpPr txBox="1">
            <a:spLocks noGrp="1"/>
          </p:cNvSpPr>
          <p:nvPr>
            <p:ph type="subTitle" idx="1"/>
          </p:nvPr>
        </p:nvSpPr>
        <p:spPr>
          <a:xfrm>
            <a:off x="183330" y="1516744"/>
            <a:ext cx="7726956" cy="3363733"/>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400" dirty="0"/>
              <a:t>The village is a legal community unit that is authorized to regulate and manage government affairs and the interests of the residents.</a:t>
            </a:r>
          </a:p>
          <a:p>
            <a:pPr marL="0" lvl="0" indent="0" algn="l" rtl="0">
              <a:spcBef>
                <a:spcPts val="0"/>
              </a:spcBef>
              <a:spcAft>
                <a:spcPts val="1200"/>
              </a:spcAft>
              <a:buNone/>
            </a:pPr>
            <a:r>
              <a:rPr lang="en-US" sz="1400" dirty="0"/>
              <a:t>Service to villagers is one of the main factors in governance in urban-village.</a:t>
            </a:r>
          </a:p>
          <a:p>
            <a:pPr marL="0" lvl="0" indent="0" algn="l" rtl="0">
              <a:spcBef>
                <a:spcPts val="0"/>
              </a:spcBef>
              <a:spcAft>
                <a:spcPts val="1200"/>
              </a:spcAft>
              <a:buNone/>
            </a:pPr>
            <a:r>
              <a:rPr lang="en-US" sz="1400" dirty="0"/>
              <a:t>The village office needs control over the data that will be submitted to the residents. The website is an example that can make it easier to submit, manage and get data.</a:t>
            </a:r>
          </a:p>
          <a:p>
            <a:pPr marL="0" lvl="0" indent="0" algn="l" rtl="0">
              <a:spcBef>
                <a:spcPts val="0"/>
              </a:spcBef>
              <a:spcAft>
                <a:spcPts val="1200"/>
              </a:spcAft>
              <a:buNone/>
            </a:pPr>
            <a:r>
              <a:rPr lang="en-US" sz="1400" dirty="0"/>
              <a:t>The existence of a website-based information system is able to provide data convenience and efficiency. Village officials can process data related to population management and carry out computerized population mapping based on the status of residents</a:t>
            </a:r>
          </a:p>
          <a:p>
            <a:pPr marL="0" lvl="0" indent="0" algn="l" rtl="0">
              <a:spcBef>
                <a:spcPts val="0"/>
              </a:spcBef>
              <a:spcAft>
                <a:spcPts val="1200"/>
              </a:spcAft>
              <a:buNone/>
            </a:pPr>
            <a:r>
              <a:rPr lang="en-US" sz="1400" dirty="0" err="1"/>
              <a:t>Puskomedia</a:t>
            </a:r>
            <a:r>
              <a:rPr lang="en-US" sz="1400" dirty="0"/>
              <a:t> Indonesia </a:t>
            </a:r>
            <a:r>
              <a:rPr lang="en-US" sz="1400" dirty="0" err="1"/>
              <a:t>Kreatif</a:t>
            </a:r>
            <a:r>
              <a:rPr lang="en-US" sz="1400" dirty="0"/>
              <a:t> wants to create a statistical website for population data that it will be used in villages that have collaborated</a:t>
            </a:r>
          </a:p>
        </p:txBody>
      </p:sp>
      <p:cxnSp>
        <p:nvCxnSpPr>
          <p:cNvPr id="411" name="Google Shape;411;p66"/>
          <p:cNvCxnSpPr/>
          <p:nvPr/>
        </p:nvCxnSpPr>
        <p:spPr>
          <a:xfrm>
            <a:off x="2070900" y="1406267"/>
            <a:ext cx="7073100" cy="0"/>
          </a:xfrm>
          <a:prstGeom prst="straightConnector1">
            <a:avLst/>
          </a:prstGeom>
          <a:noFill/>
          <a:ln w="9525" cap="flat" cmpd="sng">
            <a:solidFill>
              <a:schemeClr val="accent2"/>
            </a:solidFill>
            <a:prstDash val="solid"/>
            <a:round/>
            <a:headEnd type="none" w="med" len="med"/>
            <a:tailEnd type="none" w="med" len="med"/>
          </a:ln>
        </p:spPr>
      </p:cxnSp>
      <p:sp>
        <p:nvSpPr>
          <p:cNvPr id="412" name="Google Shape;412;p66"/>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413" name="Google Shape;413;p66"/>
          <p:cNvCxnSpPr>
            <a:stCxn id="412"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806340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97"/>
        <p:cNvGrpSpPr/>
        <p:nvPr/>
      </p:nvGrpSpPr>
      <p:grpSpPr>
        <a:xfrm>
          <a:off x="0" y="0"/>
          <a:ext cx="0" cy="0"/>
          <a:chOff x="0" y="0"/>
          <a:chExt cx="0" cy="0"/>
        </a:xfrm>
      </p:grpSpPr>
      <p:sp>
        <p:nvSpPr>
          <p:cNvPr id="398" name="Google Shape;398;p65"/>
          <p:cNvSpPr txBox="1">
            <a:spLocks noGrp="1"/>
          </p:cNvSpPr>
          <p:nvPr>
            <p:ph type="title"/>
          </p:nvPr>
        </p:nvSpPr>
        <p:spPr>
          <a:xfrm>
            <a:off x="1855607" y="1922012"/>
            <a:ext cx="4840159" cy="140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7200" dirty="0"/>
              <a:t>Purpose &amp; Scope</a:t>
            </a:r>
            <a:endParaRPr sz="7200" dirty="0"/>
          </a:p>
        </p:txBody>
      </p:sp>
      <p:sp>
        <p:nvSpPr>
          <p:cNvPr id="399" name="Google Shape;399;p65"/>
          <p:cNvSpPr txBox="1">
            <a:spLocks noGrp="1"/>
          </p:cNvSpPr>
          <p:nvPr>
            <p:ph type="title" idx="2"/>
          </p:nvPr>
        </p:nvSpPr>
        <p:spPr>
          <a:xfrm>
            <a:off x="1855607" y="702812"/>
            <a:ext cx="2379300" cy="121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401" name="Google Shape;401;p65"/>
          <p:cNvCxnSpPr/>
          <p:nvPr/>
        </p:nvCxnSpPr>
        <p:spPr>
          <a:xfrm>
            <a:off x="713225" y="4099372"/>
            <a:ext cx="7731000" cy="0"/>
          </a:xfrm>
          <a:prstGeom prst="straightConnector1">
            <a:avLst/>
          </a:prstGeom>
          <a:noFill/>
          <a:ln w="9525" cap="flat" cmpd="sng">
            <a:solidFill>
              <a:schemeClr val="accent2"/>
            </a:solidFill>
            <a:prstDash val="solid"/>
            <a:round/>
            <a:headEnd type="none" w="med" len="med"/>
            <a:tailEnd type="none" w="med" len="med"/>
          </a:ln>
        </p:spPr>
      </p:cxnSp>
      <p:sp>
        <p:nvSpPr>
          <p:cNvPr id="403" name="Google Shape;403;p65"/>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404" name="Google Shape;404;p65"/>
          <p:cNvCxnSpPr>
            <a:stCxn id="403"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7589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68"/>
          <p:cNvSpPr txBox="1">
            <a:spLocks noGrp="1"/>
          </p:cNvSpPr>
          <p:nvPr>
            <p:ph type="title"/>
          </p:nvPr>
        </p:nvSpPr>
        <p:spPr>
          <a:xfrm>
            <a:off x="714900" y="342305"/>
            <a:ext cx="7714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solidFill>
                  <a:schemeClr val="bg1"/>
                </a:solidFill>
              </a:rPr>
              <a:t>Purpose &amp; Scope</a:t>
            </a:r>
            <a:endParaRPr dirty="0">
              <a:solidFill>
                <a:schemeClr val="bg1"/>
              </a:solidFill>
            </a:endParaRPr>
          </a:p>
        </p:txBody>
      </p:sp>
      <p:sp>
        <p:nvSpPr>
          <p:cNvPr id="425" name="Google Shape;425;p68"/>
          <p:cNvSpPr txBox="1">
            <a:spLocks noGrp="1"/>
          </p:cNvSpPr>
          <p:nvPr>
            <p:ph type="subTitle" idx="1"/>
          </p:nvPr>
        </p:nvSpPr>
        <p:spPr>
          <a:xfrm>
            <a:off x="1593524" y="3875175"/>
            <a:ext cx="3649036" cy="9873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Wingdings" panose="05000000000000000000" pitchFamily="2" charset="2"/>
              <a:buChar char="q"/>
            </a:pPr>
            <a:r>
              <a:rPr lang="en-US" dirty="0"/>
              <a:t>The scope of this research focuses on creating frontend website population data statistics using React JS.</a:t>
            </a:r>
            <a:endParaRPr dirty="0"/>
          </a:p>
        </p:txBody>
      </p:sp>
      <p:sp>
        <p:nvSpPr>
          <p:cNvPr id="426" name="Google Shape;426;p68"/>
          <p:cNvSpPr txBox="1">
            <a:spLocks noGrp="1"/>
          </p:cNvSpPr>
          <p:nvPr>
            <p:ph type="subTitle" idx="2"/>
          </p:nvPr>
        </p:nvSpPr>
        <p:spPr>
          <a:xfrm>
            <a:off x="1593537" y="2073717"/>
            <a:ext cx="2932744" cy="9873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Wingdings" panose="05000000000000000000" pitchFamily="2" charset="2"/>
              <a:buChar char="q"/>
            </a:pPr>
            <a:r>
              <a:rPr lang="en-US" dirty="0"/>
              <a:t>facilitate the dissemination of village information</a:t>
            </a:r>
            <a:endParaRPr dirty="0"/>
          </a:p>
        </p:txBody>
      </p:sp>
      <p:sp>
        <p:nvSpPr>
          <p:cNvPr id="428" name="Google Shape;428;p68"/>
          <p:cNvSpPr txBox="1">
            <a:spLocks noGrp="1"/>
          </p:cNvSpPr>
          <p:nvPr>
            <p:ph type="subTitle" idx="4"/>
          </p:nvPr>
        </p:nvSpPr>
        <p:spPr>
          <a:xfrm>
            <a:off x="1639419" y="3409914"/>
            <a:ext cx="1828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dirty="0"/>
              <a:t>Scope</a:t>
            </a:r>
            <a:endParaRPr dirty="0"/>
          </a:p>
        </p:txBody>
      </p:sp>
      <p:sp>
        <p:nvSpPr>
          <p:cNvPr id="429" name="Google Shape;429;p68"/>
          <p:cNvSpPr txBox="1">
            <a:spLocks noGrp="1"/>
          </p:cNvSpPr>
          <p:nvPr>
            <p:ph type="subTitle" idx="5"/>
          </p:nvPr>
        </p:nvSpPr>
        <p:spPr>
          <a:xfrm>
            <a:off x="1593533" y="1572190"/>
            <a:ext cx="1828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dirty="0"/>
              <a:t>Purpose</a:t>
            </a:r>
            <a:endParaRPr dirty="0"/>
          </a:p>
        </p:txBody>
      </p:sp>
      <p:sp>
        <p:nvSpPr>
          <p:cNvPr id="433" name="Google Shape;433;p68"/>
          <p:cNvSpPr/>
          <p:nvPr/>
        </p:nvSpPr>
        <p:spPr>
          <a:xfrm>
            <a:off x="5984919" y="1092714"/>
            <a:ext cx="5207100" cy="5207100"/>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68"/>
          <p:cNvGrpSpPr/>
          <p:nvPr/>
        </p:nvGrpSpPr>
        <p:grpSpPr>
          <a:xfrm>
            <a:off x="1299775" y="1508910"/>
            <a:ext cx="438789" cy="431902"/>
            <a:chOff x="1132577" y="2180551"/>
            <a:chExt cx="531866" cy="523581"/>
          </a:xfrm>
        </p:grpSpPr>
        <p:sp>
          <p:nvSpPr>
            <p:cNvPr id="435" name="Google Shape;435;p68"/>
            <p:cNvSpPr/>
            <p:nvPr/>
          </p:nvSpPr>
          <p:spPr>
            <a:xfrm>
              <a:off x="1200829" y="2580488"/>
              <a:ext cx="43014" cy="41039"/>
            </a:xfrm>
            <a:custGeom>
              <a:avLst/>
              <a:gdLst/>
              <a:ahLst/>
              <a:cxnLst/>
              <a:rect l="l" t="t" r="r" b="b"/>
              <a:pathLst>
                <a:path w="893" h="852" extrusionOk="0">
                  <a:moveTo>
                    <a:pt x="708" y="1"/>
                  </a:moveTo>
                  <a:cubicBezTo>
                    <a:pt x="667" y="1"/>
                    <a:pt x="625" y="16"/>
                    <a:pt x="595" y="45"/>
                  </a:cubicBezTo>
                  <a:lnTo>
                    <a:pt x="60" y="581"/>
                  </a:lnTo>
                  <a:cubicBezTo>
                    <a:pt x="0" y="641"/>
                    <a:pt x="0" y="748"/>
                    <a:pt x="60" y="807"/>
                  </a:cubicBezTo>
                  <a:cubicBezTo>
                    <a:pt x="89" y="837"/>
                    <a:pt x="131" y="852"/>
                    <a:pt x="173" y="852"/>
                  </a:cubicBezTo>
                  <a:cubicBezTo>
                    <a:pt x="214" y="852"/>
                    <a:pt x="256" y="837"/>
                    <a:pt x="286" y="807"/>
                  </a:cubicBezTo>
                  <a:lnTo>
                    <a:pt x="822" y="272"/>
                  </a:lnTo>
                  <a:cubicBezTo>
                    <a:pt x="893" y="212"/>
                    <a:pt x="893" y="117"/>
                    <a:pt x="822" y="45"/>
                  </a:cubicBezTo>
                  <a:cubicBezTo>
                    <a:pt x="792" y="16"/>
                    <a:pt x="750" y="1"/>
                    <a:pt x="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8"/>
            <p:cNvSpPr/>
            <p:nvPr/>
          </p:nvSpPr>
          <p:spPr>
            <a:xfrm>
              <a:off x="1251837" y="2631546"/>
              <a:ext cx="41906" cy="41039"/>
            </a:xfrm>
            <a:custGeom>
              <a:avLst/>
              <a:gdLst/>
              <a:ahLst/>
              <a:cxnLst/>
              <a:rect l="l" t="t" r="r" b="b"/>
              <a:pathLst>
                <a:path w="870" h="852" extrusionOk="0">
                  <a:moveTo>
                    <a:pt x="699" y="0"/>
                  </a:moveTo>
                  <a:cubicBezTo>
                    <a:pt x="659" y="0"/>
                    <a:pt x="620" y="15"/>
                    <a:pt x="596" y="45"/>
                  </a:cubicBezTo>
                  <a:lnTo>
                    <a:pt x="48" y="581"/>
                  </a:lnTo>
                  <a:cubicBezTo>
                    <a:pt x="1" y="640"/>
                    <a:pt x="1" y="747"/>
                    <a:pt x="48" y="807"/>
                  </a:cubicBezTo>
                  <a:cubicBezTo>
                    <a:pt x="78" y="837"/>
                    <a:pt x="120" y="852"/>
                    <a:pt x="161" y="852"/>
                  </a:cubicBezTo>
                  <a:cubicBezTo>
                    <a:pt x="203" y="852"/>
                    <a:pt x="245" y="837"/>
                    <a:pt x="275" y="807"/>
                  </a:cubicBezTo>
                  <a:lnTo>
                    <a:pt x="810" y="271"/>
                  </a:lnTo>
                  <a:cubicBezTo>
                    <a:pt x="870" y="212"/>
                    <a:pt x="870" y="105"/>
                    <a:pt x="810" y="45"/>
                  </a:cubicBezTo>
                  <a:cubicBezTo>
                    <a:pt x="781" y="15"/>
                    <a:pt x="739" y="0"/>
                    <a:pt x="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8"/>
            <p:cNvSpPr/>
            <p:nvPr/>
          </p:nvSpPr>
          <p:spPr>
            <a:xfrm>
              <a:off x="1226598" y="2606306"/>
              <a:ext cx="42484" cy="41039"/>
            </a:xfrm>
            <a:custGeom>
              <a:avLst/>
              <a:gdLst/>
              <a:ahLst/>
              <a:cxnLst/>
              <a:rect l="l" t="t" r="r" b="b"/>
              <a:pathLst>
                <a:path w="882" h="852" extrusionOk="0">
                  <a:moveTo>
                    <a:pt x="709" y="0"/>
                  </a:moveTo>
                  <a:cubicBezTo>
                    <a:pt x="668" y="0"/>
                    <a:pt x="626" y="15"/>
                    <a:pt x="596" y="45"/>
                  </a:cubicBezTo>
                  <a:lnTo>
                    <a:pt x="60" y="581"/>
                  </a:lnTo>
                  <a:cubicBezTo>
                    <a:pt x="1" y="640"/>
                    <a:pt x="1" y="748"/>
                    <a:pt x="60" y="807"/>
                  </a:cubicBezTo>
                  <a:cubicBezTo>
                    <a:pt x="90" y="837"/>
                    <a:pt x="132" y="852"/>
                    <a:pt x="172" y="852"/>
                  </a:cubicBezTo>
                  <a:cubicBezTo>
                    <a:pt x="212" y="852"/>
                    <a:pt x="251" y="837"/>
                    <a:pt x="275" y="807"/>
                  </a:cubicBezTo>
                  <a:lnTo>
                    <a:pt x="822" y="271"/>
                  </a:lnTo>
                  <a:cubicBezTo>
                    <a:pt x="882" y="212"/>
                    <a:pt x="882" y="105"/>
                    <a:pt x="822" y="45"/>
                  </a:cubicBezTo>
                  <a:cubicBezTo>
                    <a:pt x="793" y="15"/>
                    <a:pt x="751" y="0"/>
                    <a:pt x="7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8"/>
            <p:cNvSpPr/>
            <p:nvPr/>
          </p:nvSpPr>
          <p:spPr>
            <a:xfrm>
              <a:off x="1132577" y="2180551"/>
              <a:ext cx="531866" cy="523581"/>
            </a:xfrm>
            <a:custGeom>
              <a:avLst/>
              <a:gdLst/>
              <a:ahLst/>
              <a:cxnLst/>
              <a:rect l="l" t="t" r="r" b="b"/>
              <a:pathLst>
                <a:path w="11042" h="10870" extrusionOk="0">
                  <a:moveTo>
                    <a:pt x="10656" y="324"/>
                  </a:moveTo>
                  <a:lnTo>
                    <a:pt x="10216" y="1871"/>
                  </a:lnTo>
                  <a:lnTo>
                    <a:pt x="9108" y="776"/>
                  </a:lnTo>
                  <a:lnTo>
                    <a:pt x="10656" y="324"/>
                  </a:lnTo>
                  <a:close/>
                  <a:moveTo>
                    <a:pt x="4632" y="3586"/>
                  </a:moveTo>
                  <a:lnTo>
                    <a:pt x="2679" y="5538"/>
                  </a:lnTo>
                  <a:lnTo>
                    <a:pt x="465" y="5360"/>
                  </a:lnTo>
                  <a:cubicBezTo>
                    <a:pt x="429" y="5360"/>
                    <a:pt x="417" y="5324"/>
                    <a:pt x="441" y="5300"/>
                  </a:cubicBezTo>
                  <a:cubicBezTo>
                    <a:pt x="1393" y="4348"/>
                    <a:pt x="2667" y="3764"/>
                    <a:pt x="4001" y="3645"/>
                  </a:cubicBezTo>
                  <a:lnTo>
                    <a:pt x="4632" y="3586"/>
                  </a:lnTo>
                  <a:close/>
                  <a:moveTo>
                    <a:pt x="2727" y="5955"/>
                  </a:moveTo>
                  <a:lnTo>
                    <a:pt x="3584" y="6812"/>
                  </a:lnTo>
                  <a:lnTo>
                    <a:pt x="3263" y="7146"/>
                  </a:lnTo>
                  <a:lnTo>
                    <a:pt x="2393" y="6277"/>
                  </a:lnTo>
                  <a:lnTo>
                    <a:pt x="2727" y="5955"/>
                  </a:lnTo>
                  <a:close/>
                  <a:moveTo>
                    <a:pt x="2572" y="6920"/>
                  </a:moveTo>
                  <a:lnTo>
                    <a:pt x="3024" y="7360"/>
                  </a:lnTo>
                  <a:lnTo>
                    <a:pt x="2655" y="7753"/>
                  </a:lnTo>
                  <a:lnTo>
                    <a:pt x="2596" y="7813"/>
                  </a:lnTo>
                  <a:lnTo>
                    <a:pt x="2191" y="7408"/>
                  </a:lnTo>
                  <a:cubicBezTo>
                    <a:pt x="2155" y="7384"/>
                    <a:pt x="2155" y="7336"/>
                    <a:pt x="2191" y="7313"/>
                  </a:cubicBezTo>
                  <a:lnTo>
                    <a:pt x="2572" y="6920"/>
                  </a:lnTo>
                  <a:close/>
                  <a:moveTo>
                    <a:pt x="8775" y="895"/>
                  </a:moveTo>
                  <a:lnTo>
                    <a:pt x="10121" y="2229"/>
                  </a:lnTo>
                  <a:lnTo>
                    <a:pt x="9704" y="3598"/>
                  </a:lnTo>
                  <a:lnTo>
                    <a:pt x="5275" y="8039"/>
                  </a:lnTo>
                  <a:lnTo>
                    <a:pt x="4406" y="7170"/>
                  </a:lnTo>
                  <a:lnTo>
                    <a:pt x="6430" y="5146"/>
                  </a:lnTo>
                  <a:cubicBezTo>
                    <a:pt x="6584" y="5003"/>
                    <a:pt x="6608" y="4741"/>
                    <a:pt x="6418" y="4574"/>
                  </a:cubicBezTo>
                  <a:cubicBezTo>
                    <a:pt x="6334" y="4491"/>
                    <a:pt x="6230" y="4449"/>
                    <a:pt x="6127" y="4449"/>
                  </a:cubicBezTo>
                  <a:cubicBezTo>
                    <a:pt x="6025" y="4449"/>
                    <a:pt x="5924" y="4491"/>
                    <a:pt x="5846" y="4574"/>
                  </a:cubicBezTo>
                  <a:lnTo>
                    <a:pt x="3822" y="6598"/>
                  </a:lnTo>
                  <a:lnTo>
                    <a:pt x="2965" y="5729"/>
                  </a:lnTo>
                  <a:lnTo>
                    <a:pt x="7394" y="1300"/>
                  </a:lnTo>
                  <a:lnTo>
                    <a:pt x="8775" y="895"/>
                  </a:lnTo>
                  <a:close/>
                  <a:moveTo>
                    <a:pt x="6126" y="4785"/>
                  </a:moveTo>
                  <a:cubicBezTo>
                    <a:pt x="6153" y="4785"/>
                    <a:pt x="6180" y="4794"/>
                    <a:pt x="6191" y="4812"/>
                  </a:cubicBezTo>
                  <a:cubicBezTo>
                    <a:pt x="6227" y="4836"/>
                    <a:pt x="6239" y="4907"/>
                    <a:pt x="6191" y="4943"/>
                  </a:cubicBezTo>
                  <a:lnTo>
                    <a:pt x="4060" y="7074"/>
                  </a:lnTo>
                  <a:cubicBezTo>
                    <a:pt x="3941" y="7170"/>
                    <a:pt x="3108" y="8003"/>
                    <a:pt x="3024" y="8110"/>
                  </a:cubicBezTo>
                  <a:cubicBezTo>
                    <a:pt x="3005" y="8129"/>
                    <a:pt x="2976" y="8142"/>
                    <a:pt x="2949" y="8142"/>
                  </a:cubicBezTo>
                  <a:cubicBezTo>
                    <a:pt x="2926" y="8142"/>
                    <a:pt x="2904" y="8132"/>
                    <a:pt x="2893" y="8110"/>
                  </a:cubicBezTo>
                  <a:cubicBezTo>
                    <a:pt x="2858" y="8086"/>
                    <a:pt x="2858" y="8003"/>
                    <a:pt x="2893" y="7979"/>
                  </a:cubicBezTo>
                  <a:lnTo>
                    <a:pt x="6060" y="4812"/>
                  </a:lnTo>
                  <a:cubicBezTo>
                    <a:pt x="6072" y="4794"/>
                    <a:pt x="6099" y="4785"/>
                    <a:pt x="6126" y="4785"/>
                  </a:cubicBezTo>
                  <a:close/>
                  <a:moveTo>
                    <a:pt x="4179" y="7396"/>
                  </a:moveTo>
                  <a:lnTo>
                    <a:pt x="5048" y="8253"/>
                  </a:lnTo>
                  <a:lnTo>
                    <a:pt x="4739" y="8586"/>
                  </a:lnTo>
                  <a:lnTo>
                    <a:pt x="4715" y="8586"/>
                  </a:lnTo>
                  <a:lnTo>
                    <a:pt x="3858" y="7729"/>
                  </a:lnTo>
                  <a:lnTo>
                    <a:pt x="4179" y="7396"/>
                  </a:lnTo>
                  <a:close/>
                  <a:moveTo>
                    <a:pt x="3608" y="7944"/>
                  </a:moveTo>
                  <a:lnTo>
                    <a:pt x="4048" y="8396"/>
                  </a:lnTo>
                  <a:lnTo>
                    <a:pt x="3679" y="8801"/>
                  </a:lnTo>
                  <a:cubicBezTo>
                    <a:pt x="3667" y="8813"/>
                    <a:pt x="3632" y="8813"/>
                    <a:pt x="3620" y="8813"/>
                  </a:cubicBezTo>
                  <a:cubicBezTo>
                    <a:pt x="3608" y="8813"/>
                    <a:pt x="3584" y="8813"/>
                    <a:pt x="3560" y="8801"/>
                  </a:cubicBezTo>
                  <a:lnTo>
                    <a:pt x="3155" y="8396"/>
                  </a:lnTo>
                  <a:cubicBezTo>
                    <a:pt x="3191" y="8384"/>
                    <a:pt x="3203" y="8360"/>
                    <a:pt x="3215" y="8336"/>
                  </a:cubicBezTo>
                  <a:lnTo>
                    <a:pt x="3608" y="7944"/>
                  </a:lnTo>
                  <a:close/>
                  <a:moveTo>
                    <a:pt x="10687" y="1"/>
                  </a:moveTo>
                  <a:cubicBezTo>
                    <a:pt x="10658" y="1"/>
                    <a:pt x="10627" y="5"/>
                    <a:pt x="10597" y="14"/>
                  </a:cubicBezTo>
                  <a:cubicBezTo>
                    <a:pt x="9894" y="228"/>
                    <a:pt x="7918" y="800"/>
                    <a:pt x="7263" y="1002"/>
                  </a:cubicBezTo>
                  <a:cubicBezTo>
                    <a:pt x="7239" y="1014"/>
                    <a:pt x="7215" y="1014"/>
                    <a:pt x="7192" y="1038"/>
                  </a:cubicBezTo>
                  <a:lnTo>
                    <a:pt x="4953" y="3276"/>
                  </a:lnTo>
                  <a:lnTo>
                    <a:pt x="3965" y="3360"/>
                  </a:lnTo>
                  <a:cubicBezTo>
                    <a:pt x="2548" y="3479"/>
                    <a:pt x="1203" y="4110"/>
                    <a:pt x="215" y="5110"/>
                  </a:cubicBezTo>
                  <a:cubicBezTo>
                    <a:pt x="0" y="5312"/>
                    <a:pt x="131" y="5681"/>
                    <a:pt x="429" y="5705"/>
                  </a:cubicBezTo>
                  <a:lnTo>
                    <a:pt x="2370" y="5860"/>
                  </a:lnTo>
                  <a:lnTo>
                    <a:pt x="2179" y="6062"/>
                  </a:lnTo>
                  <a:cubicBezTo>
                    <a:pt x="2060" y="6181"/>
                    <a:pt x="2060" y="6384"/>
                    <a:pt x="2179" y="6503"/>
                  </a:cubicBezTo>
                  <a:lnTo>
                    <a:pt x="2370" y="6693"/>
                  </a:lnTo>
                  <a:lnTo>
                    <a:pt x="1977" y="7086"/>
                  </a:lnTo>
                  <a:cubicBezTo>
                    <a:pt x="1834" y="7229"/>
                    <a:pt x="1834" y="7491"/>
                    <a:pt x="1977" y="7634"/>
                  </a:cubicBezTo>
                  <a:lnTo>
                    <a:pt x="3370" y="9015"/>
                  </a:lnTo>
                  <a:cubicBezTo>
                    <a:pt x="3441" y="9092"/>
                    <a:pt x="3539" y="9131"/>
                    <a:pt x="3639" y="9131"/>
                  </a:cubicBezTo>
                  <a:cubicBezTo>
                    <a:pt x="3739" y="9131"/>
                    <a:pt x="3840" y="9092"/>
                    <a:pt x="3917" y="9015"/>
                  </a:cubicBezTo>
                  <a:lnTo>
                    <a:pt x="4298" y="8634"/>
                  </a:lnTo>
                  <a:lnTo>
                    <a:pt x="4477" y="8813"/>
                  </a:lnTo>
                  <a:cubicBezTo>
                    <a:pt x="4548" y="8878"/>
                    <a:pt x="4635" y="8911"/>
                    <a:pt x="4720" y="8911"/>
                  </a:cubicBezTo>
                  <a:cubicBezTo>
                    <a:pt x="4804" y="8911"/>
                    <a:pt x="4888" y="8878"/>
                    <a:pt x="4953" y="8813"/>
                  </a:cubicBezTo>
                  <a:lnTo>
                    <a:pt x="5156" y="8622"/>
                  </a:lnTo>
                  <a:lnTo>
                    <a:pt x="5310" y="10551"/>
                  </a:lnTo>
                  <a:cubicBezTo>
                    <a:pt x="5334" y="10682"/>
                    <a:pt x="5418" y="10801"/>
                    <a:pt x="5537" y="10849"/>
                  </a:cubicBezTo>
                  <a:cubicBezTo>
                    <a:pt x="5577" y="10863"/>
                    <a:pt x="5618" y="10870"/>
                    <a:pt x="5658" y="10870"/>
                  </a:cubicBezTo>
                  <a:cubicBezTo>
                    <a:pt x="5750" y="10870"/>
                    <a:pt x="5840" y="10835"/>
                    <a:pt x="5906" y="10777"/>
                  </a:cubicBezTo>
                  <a:cubicBezTo>
                    <a:pt x="6537" y="10146"/>
                    <a:pt x="7001" y="9420"/>
                    <a:pt x="7299" y="8598"/>
                  </a:cubicBezTo>
                  <a:cubicBezTo>
                    <a:pt x="7323" y="8515"/>
                    <a:pt x="7275" y="8420"/>
                    <a:pt x="7203" y="8396"/>
                  </a:cubicBezTo>
                  <a:cubicBezTo>
                    <a:pt x="7184" y="8388"/>
                    <a:pt x="7164" y="8384"/>
                    <a:pt x="7144" y="8384"/>
                  </a:cubicBezTo>
                  <a:cubicBezTo>
                    <a:pt x="7079" y="8384"/>
                    <a:pt x="7019" y="8425"/>
                    <a:pt x="7001" y="8479"/>
                  </a:cubicBezTo>
                  <a:cubicBezTo>
                    <a:pt x="6715" y="9253"/>
                    <a:pt x="6263" y="9956"/>
                    <a:pt x="5691" y="10539"/>
                  </a:cubicBezTo>
                  <a:cubicBezTo>
                    <a:pt x="5682" y="10544"/>
                    <a:pt x="5670" y="10547"/>
                    <a:pt x="5659" y="10547"/>
                  </a:cubicBezTo>
                  <a:cubicBezTo>
                    <a:pt x="5644" y="10547"/>
                    <a:pt x="5632" y="10541"/>
                    <a:pt x="5632" y="10527"/>
                  </a:cubicBezTo>
                  <a:lnTo>
                    <a:pt x="5429" y="8325"/>
                  </a:lnTo>
                  <a:lnTo>
                    <a:pt x="7382" y="6372"/>
                  </a:lnTo>
                  <a:lnTo>
                    <a:pt x="7382" y="6372"/>
                  </a:lnTo>
                  <a:cubicBezTo>
                    <a:pt x="7323" y="7158"/>
                    <a:pt x="7299" y="7372"/>
                    <a:pt x="7203" y="7765"/>
                  </a:cubicBezTo>
                  <a:cubicBezTo>
                    <a:pt x="7192" y="7860"/>
                    <a:pt x="7239" y="7944"/>
                    <a:pt x="7323" y="7967"/>
                  </a:cubicBezTo>
                  <a:cubicBezTo>
                    <a:pt x="7332" y="7969"/>
                    <a:pt x="7342" y="7969"/>
                    <a:pt x="7351" y="7969"/>
                  </a:cubicBezTo>
                  <a:cubicBezTo>
                    <a:pt x="7434" y="7969"/>
                    <a:pt x="7502" y="7923"/>
                    <a:pt x="7513" y="7848"/>
                  </a:cubicBezTo>
                  <a:cubicBezTo>
                    <a:pt x="7620" y="7348"/>
                    <a:pt x="7632" y="7134"/>
                    <a:pt x="7727" y="6027"/>
                  </a:cubicBezTo>
                  <a:lnTo>
                    <a:pt x="9954" y="3800"/>
                  </a:lnTo>
                  <a:cubicBezTo>
                    <a:pt x="9978" y="3776"/>
                    <a:pt x="9990" y="3753"/>
                    <a:pt x="10001" y="3717"/>
                  </a:cubicBezTo>
                  <a:lnTo>
                    <a:pt x="10454" y="2205"/>
                  </a:lnTo>
                  <a:lnTo>
                    <a:pt x="10990" y="383"/>
                  </a:lnTo>
                  <a:cubicBezTo>
                    <a:pt x="11042" y="196"/>
                    <a:pt x="10885" y="1"/>
                    <a:pt x="106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8"/>
            <p:cNvSpPr/>
            <p:nvPr/>
          </p:nvSpPr>
          <p:spPr>
            <a:xfrm>
              <a:off x="1431354" y="2302415"/>
              <a:ext cx="130245" cy="99032"/>
            </a:xfrm>
            <a:custGeom>
              <a:avLst/>
              <a:gdLst/>
              <a:ahLst/>
              <a:cxnLst/>
              <a:rect l="l" t="t" r="r" b="b"/>
              <a:pathLst>
                <a:path w="2704" h="2056" extrusionOk="0">
                  <a:moveTo>
                    <a:pt x="905" y="1"/>
                  </a:moveTo>
                  <a:cubicBezTo>
                    <a:pt x="881" y="1"/>
                    <a:pt x="857" y="7"/>
                    <a:pt x="834" y="20"/>
                  </a:cubicBezTo>
                  <a:cubicBezTo>
                    <a:pt x="167" y="330"/>
                    <a:pt x="0" y="1211"/>
                    <a:pt x="524" y="1746"/>
                  </a:cubicBezTo>
                  <a:cubicBezTo>
                    <a:pt x="739" y="1949"/>
                    <a:pt x="1000" y="2056"/>
                    <a:pt x="1274" y="2056"/>
                  </a:cubicBezTo>
                  <a:cubicBezTo>
                    <a:pt x="2227" y="2056"/>
                    <a:pt x="2703" y="913"/>
                    <a:pt x="2024" y="234"/>
                  </a:cubicBezTo>
                  <a:cubicBezTo>
                    <a:pt x="1941" y="151"/>
                    <a:pt x="1834" y="80"/>
                    <a:pt x="1715" y="20"/>
                  </a:cubicBezTo>
                  <a:cubicBezTo>
                    <a:pt x="1696" y="10"/>
                    <a:pt x="1674" y="6"/>
                    <a:pt x="1652" y="6"/>
                  </a:cubicBezTo>
                  <a:cubicBezTo>
                    <a:pt x="1592" y="6"/>
                    <a:pt x="1530" y="39"/>
                    <a:pt x="1512" y="91"/>
                  </a:cubicBezTo>
                  <a:cubicBezTo>
                    <a:pt x="1477" y="163"/>
                    <a:pt x="1512" y="270"/>
                    <a:pt x="1584" y="294"/>
                  </a:cubicBezTo>
                  <a:cubicBezTo>
                    <a:pt x="2060" y="508"/>
                    <a:pt x="2167" y="1127"/>
                    <a:pt x="1810" y="1508"/>
                  </a:cubicBezTo>
                  <a:cubicBezTo>
                    <a:pt x="1667" y="1645"/>
                    <a:pt x="1477" y="1714"/>
                    <a:pt x="1285" y="1714"/>
                  </a:cubicBezTo>
                  <a:cubicBezTo>
                    <a:pt x="1093" y="1714"/>
                    <a:pt x="899" y="1645"/>
                    <a:pt x="750" y="1508"/>
                  </a:cubicBezTo>
                  <a:cubicBezTo>
                    <a:pt x="381" y="1127"/>
                    <a:pt x="500" y="520"/>
                    <a:pt x="977" y="294"/>
                  </a:cubicBezTo>
                  <a:cubicBezTo>
                    <a:pt x="1048" y="270"/>
                    <a:pt x="1096" y="163"/>
                    <a:pt x="1048" y="91"/>
                  </a:cubicBezTo>
                  <a:cubicBezTo>
                    <a:pt x="1022" y="40"/>
                    <a:pt x="966" y="1"/>
                    <a:pt x="9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roup 9">
            <a:extLst>
              <a:ext uri="{FF2B5EF4-FFF2-40B4-BE49-F238E27FC236}">
                <a16:creationId xmlns:a16="http://schemas.microsoft.com/office/drawing/2014/main" id="{C8149BC2-7439-4902-9AAC-FC6F7BC9BC39}"/>
              </a:ext>
            </a:extLst>
          </p:cNvPr>
          <p:cNvGrpSpPr/>
          <p:nvPr/>
        </p:nvGrpSpPr>
        <p:grpSpPr>
          <a:xfrm>
            <a:off x="1299783" y="3455159"/>
            <a:ext cx="438781" cy="438821"/>
            <a:chOff x="1214937" y="3077013"/>
            <a:chExt cx="438781" cy="438821"/>
          </a:xfrm>
        </p:grpSpPr>
        <p:sp>
          <p:nvSpPr>
            <p:cNvPr id="447" name="Google Shape;447;p68"/>
            <p:cNvSpPr/>
            <p:nvPr/>
          </p:nvSpPr>
          <p:spPr>
            <a:xfrm>
              <a:off x="1214937" y="3077013"/>
              <a:ext cx="438781" cy="438821"/>
            </a:xfrm>
            <a:custGeom>
              <a:avLst/>
              <a:gdLst/>
              <a:ahLst/>
              <a:cxnLst/>
              <a:rect l="l" t="t" r="r" b="b"/>
              <a:pathLst>
                <a:path w="10871" h="10872" extrusionOk="0">
                  <a:moveTo>
                    <a:pt x="5608" y="953"/>
                  </a:moveTo>
                  <a:cubicBezTo>
                    <a:pt x="7954" y="1049"/>
                    <a:pt x="9823" y="2918"/>
                    <a:pt x="9918" y="5252"/>
                  </a:cubicBezTo>
                  <a:lnTo>
                    <a:pt x="9502" y="5252"/>
                  </a:lnTo>
                  <a:cubicBezTo>
                    <a:pt x="9406" y="5252"/>
                    <a:pt x="9323" y="5335"/>
                    <a:pt x="9323" y="5442"/>
                  </a:cubicBezTo>
                  <a:cubicBezTo>
                    <a:pt x="9323" y="5525"/>
                    <a:pt x="9394" y="5621"/>
                    <a:pt x="9502" y="5621"/>
                  </a:cubicBezTo>
                  <a:lnTo>
                    <a:pt x="9918" y="5621"/>
                  </a:lnTo>
                  <a:cubicBezTo>
                    <a:pt x="9847" y="7954"/>
                    <a:pt x="7954" y="9824"/>
                    <a:pt x="5608" y="9919"/>
                  </a:cubicBezTo>
                  <a:lnTo>
                    <a:pt x="5608" y="9502"/>
                  </a:lnTo>
                  <a:cubicBezTo>
                    <a:pt x="5608" y="9407"/>
                    <a:pt x="5537" y="9323"/>
                    <a:pt x="5430" y="9323"/>
                  </a:cubicBezTo>
                  <a:cubicBezTo>
                    <a:pt x="5346" y="9323"/>
                    <a:pt x="5251" y="9395"/>
                    <a:pt x="5251" y="9502"/>
                  </a:cubicBezTo>
                  <a:lnTo>
                    <a:pt x="5251" y="9919"/>
                  </a:lnTo>
                  <a:cubicBezTo>
                    <a:pt x="2917" y="9824"/>
                    <a:pt x="1048" y="7954"/>
                    <a:pt x="953" y="5621"/>
                  </a:cubicBezTo>
                  <a:lnTo>
                    <a:pt x="1370" y="5621"/>
                  </a:lnTo>
                  <a:cubicBezTo>
                    <a:pt x="1465" y="5621"/>
                    <a:pt x="1548" y="5537"/>
                    <a:pt x="1548" y="5442"/>
                  </a:cubicBezTo>
                  <a:cubicBezTo>
                    <a:pt x="1548" y="5347"/>
                    <a:pt x="1477" y="5252"/>
                    <a:pt x="1370" y="5252"/>
                  </a:cubicBezTo>
                  <a:lnTo>
                    <a:pt x="953" y="5252"/>
                  </a:lnTo>
                  <a:cubicBezTo>
                    <a:pt x="1048" y="2918"/>
                    <a:pt x="2917" y="1049"/>
                    <a:pt x="5251" y="953"/>
                  </a:cubicBezTo>
                  <a:lnTo>
                    <a:pt x="5251" y="1370"/>
                  </a:lnTo>
                  <a:cubicBezTo>
                    <a:pt x="5251" y="1465"/>
                    <a:pt x="5334" y="1549"/>
                    <a:pt x="5430" y="1549"/>
                  </a:cubicBezTo>
                  <a:cubicBezTo>
                    <a:pt x="5525" y="1549"/>
                    <a:pt x="5608" y="1477"/>
                    <a:pt x="5608" y="1370"/>
                  </a:cubicBezTo>
                  <a:lnTo>
                    <a:pt x="5608" y="953"/>
                  </a:lnTo>
                  <a:close/>
                  <a:moveTo>
                    <a:pt x="5441" y="1"/>
                  </a:moveTo>
                  <a:cubicBezTo>
                    <a:pt x="5346" y="1"/>
                    <a:pt x="5263" y="84"/>
                    <a:pt x="5263" y="179"/>
                  </a:cubicBezTo>
                  <a:lnTo>
                    <a:pt x="5263" y="596"/>
                  </a:lnTo>
                  <a:cubicBezTo>
                    <a:pt x="2727" y="691"/>
                    <a:pt x="691" y="2727"/>
                    <a:pt x="596" y="5263"/>
                  </a:cubicBezTo>
                  <a:lnTo>
                    <a:pt x="179" y="5263"/>
                  </a:lnTo>
                  <a:cubicBezTo>
                    <a:pt x="96" y="5263"/>
                    <a:pt x="0" y="5335"/>
                    <a:pt x="0" y="5442"/>
                  </a:cubicBezTo>
                  <a:cubicBezTo>
                    <a:pt x="0" y="5525"/>
                    <a:pt x="84" y="5621"/>
                    <a:pt x="179" y="5621"/>
                  </a:cubicBezTo>
                  <a:lnTo>
                    <a:pt x="596" y="5621"/>
                  </a:lnTo>
                  <a:cubicBezTo>
                    <a:pt x="691" y="8145"/>
                    <a:pt x="2727" y="10181"/>
                    <a:pt x="5263" y="10276"/>
                  </a:cubicBezTo>
                  <a:lnTo>
                    <a:pt x="5263" y="10693"/>
                  </a:lnTo>
                  <a:cubicBezTo>
                    <a:pt x="5263" y="10776"/>
                    <a:pt x="5334" y="10871"/>
                    <a:pt x="5441" y="10871"/>
                  </a:cubicBezTo>
                  <a:cubicBezTo>
                    <a:pt x="5525" y="10871"/>
                    <a:pt x="5620" y="10800"/>
                    <a:pt x="5620" y="10693"/>
                  </a:cubicBezTo>
                  <a:lnTo>
                    <a:pt x="5620" y="10276"/>
                  </a:lnTo>
                  <a:cubicBezTo>
                    <a:pt x="8144" y="10181"/>
                    <a:pt x="10180" y="8145"/>
                    <a:pt x="10275" y="5621"/>
                  </a:cubicBezTo>
                  <a:lnTo>
                    <a:pt x="10692" y="5621"/>
                  </a:lnTo>
                  <a:cubicBezTo>
                    <a:pt x="10775" y="5621"/>
                    <a:pt x="10871" y="5537"/>
                    <a:pt x="10871" y="5442"/>
                  </a:cubicBezTo>
                  <a:cubicBezTo>
                    <a:pt x="10871" y="5347"/>
                    <a:pt x="10799" y="5263"/>
                    <a:pt x="10692" y="5263"/>
                  </a:cubicBezTo>
                  <a:lnTo>
                    <a:pt x="10275" y="5263"/>
                  </a:lnTo>
                  <a:cubicBezTo>
                    <a:pt x="10180" y="2727"/>
                    <a:pt x="8144" y="691"/>
                    <a:pt x="5620" y="596"/>
                  </a:cubicBezTo>
                  <a:lnTo>
                    <a:pt x="5620" y="179"/>
                  </a:lnTo>
                  <a:cubicBezTo>
                    <a:pt x="5620" y="96"/>
                    <a:pt x="5537" y="1"/>
                    <a:pt x="5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68"/>
            <p:cNvSpPr/>
            <p:nvPr/>
          </p:nvSpPr>
          <p:spPr>
            <a:xfrm>
              <a:off x="1289615" y="3140682"/>
              <a:ext cx="311999" cy="302125"/>
            </a:xfrm>
            <a:custGeom>
              <a:avLst/>
              <a:gdLst/>
              <a:ahLst/>
              <a:cxnLst/>
              <a:rect l="l" t="t" r="r" b="b"/>
              <a:pathLst>
                <a:path w="4275" h="4251" extrusionOk="0">
                  <a:moveTo>
                    <a:pt x="1953" y="739"/>
                  </a:moveTo>
                  <a:cubicBezTo>
                    <a:pt x="2322" y="739"/>
                    <a:pt x="2655" y="882"/>
                    <a:pt x="2917" y="1084"/>
                  </a:cubicBezTo>
                  <a:lnTo>
                    <a:pt x="1822" y="2179"/>
                  </a:lnTo>
                  <a:cubicBezTo>
                    <a:pt x="1750" y="2263"/>
                    <a:pt x="1750" y="2382"/>
                    <a:pt x="1822" y="2441"/>
                  </a:cubicBezTo>
                  <a:cubicBezTo>
                    <a:pt x="1845" y="2465"/>
                    <a:pt x="1905" y="2501"/>
                    <a:pt x="1953" y="2501"/>
                  </a:cubicBezTo>
                  <a:cubicBezTo>
                    <a:pt x="2000" y="2501"/>
                    <a:pt x="2048" y="2477"/>
                    <a:pt x="2084" y="2441"/>
                  </a:cubicBezTo>
                  <a:lnTo>
                    <a:pt x="2643" y="1882"/>
                  </a:lnTo>
                  <a:cubicBezTo>
                    <a:pt x="2715" y="2001"/>
                    <a:pt x="2762" y="2155"/>
                    <a:pt x="2762" y="2298"/>
                  </a:cubicBezTo>
                  <a:cubicBezTo>
                    <a:pt x="2762" y="2739"/>
                    <a:pt x="2405" y="3096"/>
                    <a:pt x="1965" y="3096"/>
                  </a:cubicBezTo>
                  <a:cubicBezTo>
                    <a:pt x="1536" y="3096"/>
                    <a:pt x="1179" y="2739"/>
                    <a:pt x="1179" y="2298"/>
                  </a:cubicBezTo>
                  <a:cubicBezTo>
                    <a:pt x="1179" y="1870"/>
                    <a:pt x="1536" y="1513"/>
                    <a:pt x="1965" y="1513"/>
                  </a:cubicBezTo>
                  <a:cubicBezTo>
                    <a:pt x="2072" y="1513"/>
                    <a:pt x="2143" y="1441"/>
                    <a:pt x="2143" y="1334"/>
                  </a:cubicBezTo>
                  <a:cubicBezTo>
                    <a:pt x="2143" y="1227"/>
                    <a:pt x="2072" y="1155"/>
                    <a:pt x="1965" y="1155"/>
                  </a:cubicBezTo>
                  <a:cubicBezTo>
                    <a:pt x="1334" y="1155"/>
                    <a:pt x="822" y="1679"/>
                    <a:pt x="822" y="2298"/>
                  </a:cubicBezTo>
                  <a:cubicBezTo>
                    <a:pt x="822" y="2941"/>
                    <a:pt x="1345" y="3453"/>
                    <a:pt x="1965" y="3453"/>
                  </a:cubicBezTo>
                  <a:cubicBezTo>
                    <a:pt x="2607" y="3453"/>
                    <a:pt x="3119" y="2929"/>
                    <a:pt x="3119" y="2298"/>
                  </a:cubicBezTo>
                  <a:cubicBezTo>
                    <a:pt x="3119" y="2060"/>
                    <a:pt x="3036" y="1822"/>
                    <a:pt x="2893" y="1632"/>
                  </a:cubicBezTo>
                  <a:lnTo>
                    <a:pt x="3191" y="1334"/>
                  </a:lnTo>
                  <a:cubicBezTo>
                    <a:pt x="3381" y="1608"/>
                    <a:pt x="3512" y="1953"/>
                    <a:pt x="3512" y="2310"/>
                  </a:cubicBezTo>
                  <a:cubicBezTo>
                    <a:pt x="3512" y="3168"/>
                    <a:pt x="2822" y="3870"/>
                    <a:pt x="1953" y="3870"/>
                  </a:cubicBezTo>
                  <a:cubicBezTo>
                    <a:pt x="1095" y="3870"/>
                    <a:pt x="393" y="3168"/>
                    <a:pt x="393" y="2310"/>
                  </a:cubicBezTo>
                  <a:cubicBezTo>
                    <a:pt x="393" y="1441"/>
                    <a:pt x="1095" y="739"/>
                    <a:pt x="1953" y="739"/>
                  </a:cubicBezTo>
                  <a:close/>
                  <a:moveTo>
                    <a:pt x="3500" y="0"/>
                  </a:moveTo>
                  <a:cubicBezTo>
                    <a:pt x="3393" y="0"/>
                    <a:pt x="3322" y="72"/>
                    <a:pt x="3322" y="179"/>
                  </a:cubicBezTo>
                  <a:lnTo>
                    <a:pt x="3322" y="679"/>
                  </a:lnTo>
                  <a:lnTo>
                    <a:pt x="3179" y="834"/>
                  </a:lnTo>
                  <a:cubicBezTo>
                    <a:pt x="2846" y="548"/>
                    <a:pt x="2417" y="381"/>
                    <a:pt x="1941" y="381"/>
                  </a:cubicBezTo>
                  <a:cubicBezTo>
                    <a:pt x="869" y="381"/>
                    <a:pt x="0" y="1251"/>
                    <a:pt x="0" y="2322"/>
                  </a:cubicBezTo>
                  <a:cubicBezTo>
                    <a:pt x="0" y="3394"/>
                    <a:pt x="869" y="4251"/>
                    <a:pt x="1941" y="4251"/>
                  </a:cubicBezTo>
                  <a:cubicBezTo>
                    <a:pt x="3012" y="4251"/>
                    <a:pt x="3870" y="3394"/>
                    <a:pt x="3870" y="2322"/>
                  </a:cubicBezTo>
                  <a:cubicBezTo>
                    <a:pt x="3870" y="1858"/>
                    <a:pt x="3715" y="1429"/>
                    <a:pt x="3429" y="1084"/>
                  </a:cubicBezTo>
                  <a:lnTo>
                    <a:pt x="3572" y="941"/>
                  </a:lnTo>
                  <a:lnTo>
                    <a:pt x="4084" y="941"/>
                  </a:lnTo>
                  <a:cubicBezTo>
                    <a:pt x="4191" y="941"/>
                    <a:pt x="4262" y="858"/>
                    <a:pt x="4262" y="751"/>
                  </a:cubicBezTo>
                  <a:cubicBezTo>
                    <a:pt x="4262" y="655"/>
                    <a:pt x="4191" y="584"/>
                    <a:pt x="4084" y="584"/>
                  </a:cubicBezTo>
                  <a:lnTo>
                    <a:pt x="3929" y="584"/>
                  </a:lnTo>
                  <a:lnTo>
                    <a:pt x="4203" y="310"/>
                  </a:lnTo>
                  <a:cubicBezTo>
                    <a:pt x="4274" y="239"/>
                    <a:pt x="4274" y="120"/>
                    <a:pt x="4203" y="60"/>
                  </a:cubicBezTo>
                  <a:cubicBezTo>
                    <a:pt x="4167" y="24"/>
                    <a:pt x="4120" y="6"/>
                    <a:pt x="4073" y="6"/>
                  </a:cubicBezTo>
                  <a:cubicBezTo>
                    <a:pt x="4027" y="6"/>
                    <a:pt x="3983" y="24"/>
                    <a:pt x="3953" y="60"/>
                  </a:cubicBezTo>
                  <a:lnTo>
                    <a:pt x="3679" y="322"/>
                  </a:lnTo>
                  <a:lnTo>
                    <a:pt x="3679" y="179"/>
                  </a:lnTo>
                  <a:cubicBezTo>
                    <a:pt x="3679" y="72"/>
                    <a:pt x="3608" y="0"/>
                    <a:pt x="35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456" name="Google Shape;456;p68"/>
          <p:cNvCxnSpPr/>
          <p:nvPr/>
        </p:nvCxnSpPr>
        <p:spPr>
          <a:xfrm>
            <a:off x="0" y="2073275"/>
            <a:ext cx="7892700" cy="0"/>
          </a:xfrm>
          <a:prstGeom prst="straightConnector1">
            <a:avLst/>
          </a:prstGeom>
          <a:noFill/>
          <a:ln w="9525" cap="flat" cmpd="sng">
            <a:solidFill>
              <a:schemeClr val="accent2"/>
            </a:solidFill>
            <a:prstDash val="solid"/>
            <a:round/>
            <a:headEnd type="none" w="med" len="med"/>
            <a:tailEnd type="none" w="med" len="med"/>
          </a:ln>
        </p:spPr>
      </p:cxnSp>
      <p:cxnSp>
        <p:nvCxnSpPr>
          <p:cNvPr id="457" name="Google Shape;457;p68"/>
          <p:cNvCxnSpPr/>
          <p:nvPr/>
        </p:nvCxnSpPr>
        <p:spPr>
          <a:xfrm>
            <a:off x="0" y="3891275"/>
            <a:ext cx="7892700" cy="0"/>
          </a:xfrm>
          <a:prstGeom prst="straightConnector1">
            <a:avLst/>
          </a:prstGeom>
          <a:noFill/>
          <a:ln w="9525" cap="flat" cmpd="sng">
            <a:solidFill>
              <a:schemeClr val="accent2"/>
            </a:solidFill>
            <a:prstDash val="solid"/>
            <a:round/>
            <a:headEnd type="none" w="med" len="med"/>
            <a:tailEnd type="none" w="med" len="med"/>
          </a:ln>
        </p:spPr>
      </p:cxnSp>
      <p:sp>
        <p:nvSpPr>
          <p:cNvPr id="458" name="Google Shape;458;p68"/>
          <p:cNvSpPr/>
          <p:nvPr/>
        </p:nvSpPr>
        <p:spPr>
          <a:xfrm flipH="1">
            <a:off x="7602925" y="915000"/>
            <a:ext cx="2316600" cy="23166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TextBox 46">
            <a:extLst>
              <a:ext uri="{FF2B5EF4-FFF2-40B4-BE49-F238E27FC236}">
                <a16:creationId xmlns:a16="http://schemas.microsoft.com/office/drawing/2014/main" id="{AEF92A97-31DC-4C66-AEF2-65016D4320F2}"/>
              </a:ext>
            </a:extLst>
          </p:cNvPr>
          <p:cNvSpPr txBox="1"/>
          <p:nvPr/>
        </p:nvSpPr>
        <p:spPr>
          <a:xfrm>
            <a:off x="4572000" y="2077181"/>
            <a:ext cx="2625090" cy="954107"/>
          </a:xfrm>
          <a:prstGeom prst="rect">
            <a:avLst/>
          </a:prstGeom>
          <a:noFill/>
        </p:spPr>
        <p:txBody>
          <a:bodyPr wrap="square">
            <a:spAutoFit/>
          </a:bodyPr>
          <a:lstStyle/>
          <a:p>
            <a:pPr marL="285750" lvl="0" indent="-285750" algn="l" rtl="0">
              <a:spcBef>
                <a:spcPts val="0"/>
              </a:spcBef>
              <a:spcAft>
                <a:spcPts val="1200"/>
              </a:spcAft>
              <a:buFont typeface="Wingdings" panose="05000000000000000000" pitchFamily="2" charset="2"/>
              <a:buChar char="q"/>
            </a:pPr>
            <a:r>
              <a:rPr lang="en-US" dirty="0"/>
              <a:t>minimize data loss because the data is already stored in a computerized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97"/>
        <p:cNvGrpSpPr/>
        <p:nvPr/>
      </p:nvGrpSpPr>
      <p:grpSpPr>
        <a:xfrm>
          <a:off x="0" y="0"/>
          <a:ext cx="0" cy="0"/>
          <a:chOff x="0" y="0"/>
          <a:chExt cx="0" cy="0"/>
        </a:xfrm>
      </p:grpSpPr>
      <p:sp>
        <p:nvSpPr>
          <p:cNvPr id="398" name="Google Shape;398;p65"/>
          <p:cNvSpPr txBox="1">
            <a:spLocks noGrp="1"/>
          </p:cNvSpPr>
          <p:nvPr>
            <p:ph type="title"/>
          </p:nvPr>
        </p:nvSpPr>
        <p:spPr>
          <a:xfrm>
            <a:off x="1855607" y="1922012"/>
            <a:ext cx="4840159" cy="140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7200" dirty="0"/>
              <a:t>Theory</a:t>
            </a:r>
            <a:endParaRPr sz="7200" dirty="0"/>
          </a:p>
        </p:txBody>
      </p:sp>
      <p:sp>
        <p:nvSpPr>
          <p:cNvPr id="399" name="Google Shape;399;p65"/>
          <p:cNvSpPr txBox="1">
            <a:spLocks noGrp="1"/>
          </p:cNvSpPr>
          <p:nvPr>
            <p:ph type="title" idx="2"/>
          </p:nvPr>
        </p:nvSpPr>
        <p:spPr>
          <a:xfrm>
            <a:off x="1855607" y="702812"/>
            <a:ext cx="2379300" cy="121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401" name="Google Shape;401;p65"/>
          <p:cNvCxnSpPr/>
          <p:nvPr/>
        </p:nvCxnSpPr>
        <p:spPr>
          <a:xfrm>
            <a:off x="713225" y="4099372"/>
            <a:ext cx="7731000" cy="0"/>
          </a:xfrm>
          <a:prstGeom prst="straightConnector1">
            <a:avLst/>
          </a:prstGeom>
          <a:noFill/>
          <a:ln w="9525" cap="flat" cmpd="sng">
            <a:solidFill>
              <a:schemeClr val="accent2"/>
            </a:solidFill>
            <a:prstDash val="solid"/>
            <a:round/>
            <a:headEnd type="none" w="med" len="med"/>
            <a:tailEnd type="none" w="med" len="med"/>
          </a:ln>
        </p:spPr>
      </p:cxnSp>
      <p:sp>
        <p:nvSpPr>
          <p:cNvPr id="403" name="Google Shape;403;p65"/>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1"/>
                </a:solidFill>
                <a:latin typeface="Open Sans"/>
                <a:ea typeface="Open Sans"/>
                <a:cs typeface="Open Sans"/>
                <a:sym typeface="Open Sans"/>
              </a:rPr>
              <a:t>2022</a:t>
            </a:r>
            <a:endParaRPr dirty="0">
              <a:solidFill>
                <a:schemeClr val="dk1"/>
              </a:solidFill>
              <a:latin typeface="Open Sans"/>
              <a:ea typeface="Open Sans"/>
              <a:cs typeface="Open Sans"/>
              <a:sym typeface="Open Sans"/>
            </a:endParaRPr>
          </a:p>
        </p:txBody>
      </p:sp>
      <p:cxnSp>
        <p:nvCxnSpPr>
          <p:cNvPr id="404" name="Google Shape;404;p65"/>
          <p:cNvCxnSpPr>
            <a:stCxn id="403"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767437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103"/>
          <p:cNvSpPr txBox="1">
            <a:spLocks noGrp="1"/>
          </p:cNvSpPr>
          <p:nvPr>
            <p:ph type="ctrTitle"/>
          </p:nvPr>
        </p:nvSpPr>
        <p:spPr>
          <a:xfrm>
            <a:off x="708600" y="341524"/>
            <a:ext cx="77268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Theory</a:t>
            </a:r>
            <a:endParaRPr dirty="0"/>
          </a:p>
        </p:txBody>
      </p:sp>
      <p:graphicFrame>
        <p:nvGraphicFramePr>
          <p:cNvPr id="1156" name="Google Shape;1156;p103"/>
          <p:cNvGraphicFramePr/>
          <p:nvPr>
            <p:extLst>
              <p:ext uri="{D42A27DB-BD31-4B8C-83A1-F6EECF244321}">
                <p14:modId xmlns:p14="http://schemas.microsoft.com/office/powerpoint/2010/main" val="693388909"/>
              </p:ext>
            </p:extLst>
          </p:nvPr>
        </p:nvGraphicFramePr>
        <p:xfrm>
          <a:off x="822960" y="1229953"/>
          <a:ext cx="2946400" cy="3246062"/>
        </p:xfrm>
        <a:graphic>
          <a:graphicData uri="http://schemas.openxmlformats.org/drawingml/2006/table">
            <a:tbl>
              <a:tblPr>
                <a:noFill/>
                <a:tableStyleId>{7E755F20-66C8-48CD-AA50-4437A046BB90}</a:tableStyleId>
              </a:tblPr>
              <a:tblGrid>
                <a:gridCol w="2946400">
                  <a:extLst>
                    <a:ext uri="{9D8B030D-6E8A-4147-A177-3AD203B41FA5}">
                      <a16:colId xmlns:a16="http://schemas.microsoft.com/office/drawing/2014/main" val="20000"/>
                    </a:ext>
                  </a:extLst>
                </a:gridCol>
              </a:tblGrid>
              <a:tr h="612446">
                <a:tc>
                  <a:txBody>
                    <a:bodyPr/>
                    <a:lstStyle/>
                    <a:p>
                      <a:pPr marL="0" lvl="0" indent="0" algn="l" rtl="0">
                        <a:spcBef>
                          <a:spcPts val="0"/>
                        </a:spcBef>
                        <a:spcAft>
                          <a:spcPts val="0"/>
                        </a:spcAft>
                        <a:buNone/>
                      </a:pPr>
                      <a:r>
                        <a:rPr lang="en" sz="2800" b="1" dirty="0">
                          <a:solidFill>
                            <a:schemeClr val="dk1"/>
                          </a:solidFill>
                          <a:latin typeface="Inconsolata"/>
                          <a:ea typeface="Inconsolata"/>
                          <a:cs typeface="Inconsolata"/>
                          <a:sym typeface="Inconsolata"/>
                        </a:rPr>
                        <a:t>Website</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633616">
                <a:tc>
                  <a:txBody>
                    <a:bodyPr/>
                    <a:lstStyle/>
                    <a:p>
                      <a:pPr marL="0" lvl="0" indent="0" algn="l" rtl="0">
                        <a:spcBef>
                          <a:spcPts val="0"/>
                        </a:spcBef>
                        <a:spcAft>
                          <a:spcPts val="0"/>
                        </a:spcAft>
                        <a:buNone/>
                      </a:pPr>
                      <a:r>
                        <a:rPr lang="en-US" sz="1600" dirty="0">
                          <a:solidFill>
                            <a:schemeClr val="dk1"/>
                          </a:solidFill>
                          <a:latin typeface="Open Sans"/>
                          <a:ea typeface="Open Sans"/>
                          <a:cs typeface="Open Sans"/>
                          <a:sym typeface="Open Sans"/>
                        </a:rPr>
                        <a:t>Website is a combination of web pages, which are summarized in the domain, located on the World Wide Web (WWW) on the internet which contains data, images, text, sound and can be accessed online.</a:t>
                      </a:r>
                      <a:endParaRPr sz="1600" b="1" dirty="0">
                        <a:solidFill>
                          <a:schemeClr val="dk1"/>
                        </a:solidFill>
                        <a:latin typeface="Inconsolata"/>
                        <a:ea typeface="Inconsolata"/>
                        <a:cs typeface="Inconsolata"/>
                        <a:sym typeface="Inconsola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1159" name="Google Shape;1159;p103"/>
          <p:cNvCxnSpPr/>
          <p:nvPr/>
        </p:nvCxnSpPr>
        <p:spPr>
          <a:xfrm>
            <a:off x="8192475" y="430025"/>
            <a:ext cx="969600" cy="0"/>
          </a:xfrm>
          <a:prstGeom prst="straightConnector1">
            <a:avLst/>
          </a:prstGeom>
          <a:noFill/>
          <a:ln w="9525" cap="flat" cmpd="sng">
            <a:solidFill>
              <a:schemeClr val="dk1"/>
            </a:solidFill>
            <a:prstDash val="solid"/>
            <a:round/>
            <a:headEnd type="none" w="med" len="med"/>
            <a:tailEnd type="none" w="med" len="med"/>
          </a:ln>
        </p:spPr>
      </p:cxnSp>
      <p:sp>
        <p:nvSpPr>
          <p:cNvPr id="1160" name="Google Shape;1160;p103"/>
          <p:cNvSpPr txBox="1"/>
          <p:nvPr/>
        </p:nvSpPr>
        <p:spPr>
          <a:xfrm>
            <a:off x="6859575" y="256175"/>
            <a:ext cx="13329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graphicFrame>
        <p:nvGraphicFramePr>
          <p:cNvPr id="16" name="Google Shape;1156;p103">
            <a:extLst>
              <a:ext uri="{FF2B5EF4-FFF2-40B4-BE49-F238E27FC236}">
                <a16:creationId xmlns:a16="http://schemas.microsoft.com/office/drawing/2014/main" id="{1524170A-2E59-4883-A98D-E61141D81BD2}"/>
              </a:ext>
            </a:extLst>
          </p:cNvPr>
          <p:cNvGraphicFramePr/>
          <p:nvPr>
            <p:extLst>
              <p:ext uri="{D42A27DB-BD31-4B8C-83A1-F6EECF244321}">
                <p14:modId xmlns:p14="http://schemas.microsoft.com/office/powerpoint/2010/main" val="2029790058"/>
              </p:ext>
            </p:extLst>
          </p:nvPr>
        </p:nvGraphicFramePr>
        <p:xfrm>
          <a:off x="4028474" y="1229952"/>
          <a:ext cx="4587206" cy="3246055"/>
        </p:xfrm>
        <a:graphic>
          <a:graphicData uri="http://schemas.openxmlformats.org/drawingml/2006/table">
            <a:tbl>
              <a:tblPr>
                <a:noFill/>
                <a:tableStyleId>{7E755F20-66C8-48CD-AA50-4437A046BB90}</a:tableStyleId>
              </a:tblPr>
              <a:tblGrid>
                <a:gridCol w="4587206">
                  <a:extLst>
                    <a:ext uri="{9D8B030D-6E8A-4147-A177-3AD203B41FA5}">
                      <a16:colId xmlns:a16="http://schemas.microsoft.com/office/drawing/2014/main" val="20000"/>
                    </a:ext>
                  </a:extLst>
                </a:gridCol>
              </a:tblGrid>
              <a:tr h="620126">
                <a:tc>
                  <a:txBody>
                    <a:bodyPr/>
                    <a:lstStyle/>
                    <a:p>
                      <a:pPr marL="0" lvl="0" indent="0" algn="l" rtl="0">
                        <a:spcBef>
                          <a:spcPts val="0"/>
                        </a:spcBef>
                        <a:spcAft>
                          <a:spcPts val="0"/>
                        </a:spcAft>
                        <a:buNone/>
                      </a:pPr>
                      <a:r>
                        <a:rPr lang="en" sz="2800" b="1" dirty="0">
                          <a:solidFill>
                            <a:schemeClr val="dk1"/>
                          </a:solidFill>
                          <a:latin typeface="Inconsolata"/>
                          <a:ea typeface="Inconsolata"/>
                          <a:cs typeface="Inconsolata"/>
                          <a:sym typeface="Inconsolata"/>
                        </a:rPr>
                        <a:t>React JS</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625929">
                <a:tc>
                  <a:txBody>
                    <a:bodyPr/>
                    <a:lstStyle/>
                    <a:p>
                      <a:pPr marL="0" lvl="0" indent="0" algn="l" rtl="0">
                        <a:spcBef>
                          <a:spcPts val="0"/>
                        </a:spcBef>
                        <a:spcAft>
                          <a:spcPts val="0"/>
                        </a:spcAft>
                        <a:buNone/>
                      </a:pPr>
                      <a:r>
                        <a:rPr lang="en-US" sz="1600" dirty="0">
                          <a:solidFill>
                            <a:schemeClr val="dk1"/>
                          </a:solidFill>
                          <a:latin typeface="Open Sans"/>
                          <a:ea typeface="Open Sans"/>
                          <a:cs typeface="Open Sans"/>
                          <a:sym typeface="Open Sans"/>
                        </a:rPr>
                        <a:t>React JS is an efficient and flexible declarative </a:t>
                      </a:r>
                      <a:r>
                        <a:rPr lang="en-US" sz="1600" dirty="0" err="1">
                          <a:solidFill>
                            <a:schemeClr val="dk1"/>
                          </a:solidFill>
                          <a:latin typeface="Open Sans"/>
                          <a:ea typeface="Open Sans"/>
                          <a:cs typeface="Open Sans"/>
                          <a:sym typeface="Open Sans"/>
                        </a:rPr>
                        <a:t>Javascript</a:t>
                      </a:r>
                      <a:r>
                        <a:rPr lang="en-US" sz="1600" dirty="0">
                          <a:solidFill>
                            <a:schemeClr val="dk1"/>
                          </a:solidFill>
                          <a:latin typeface="Open Sans"/>
                          <a:ea typeface="Open Sans"/>
                          <a:cs typeface="Open Sans"/>
                          <a:sym typeface="Open Sans"/>
                        </a:rPr>
                        <a:t> library for building website interfaces. React JS can create complex user interfaces with small sets of code called “components”. Features included in React are JSX, Stateful Components, and Virtual Document Object Model</a:t>
                      </a:r>
                      <a:endParaRPr sz="1600" b="1" dirty="0">
                        <a:solidFill>
                          <a:schemeClr val="dk1"/>
                        </a:solidFill>
                        <a:latin typeface="Inconsolata"/>
                        <a:ea typeface="Inconsolata"/>
                        <a:cs typeface="Inconsolata"/>
                        <a:sym typeface="Inconsola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103"/>
          <p:cNvSpPr txBox="1">
            <a:spLocks noGrp="1"/>
          </p:cNvSpPr>
          <p:nvPr>
            <p:ph type="ctrTitle"/>
          </p:nvPr>
        </p:nvSpPr>
        <p:spPr>
          <a:xfrm>
            <a:off x="708600" y="341524"/>
            <a:ext cx="77268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Theory</a:t>
            </a:r>
            <a:endParaRPr dirty="0"/>
          </a:p>
        </p:txBody>
      </p:sp>
      <p:graphicFrame>
        <p:nvGraphicFramePr>
          <p:cNvPr id="1156" name="Google Shape;1156;p103"/>
          <p:cNvGraphicFramePr/>
          <p:nvPr>
            <p:extLst>
              <p:ext uri="{D42A27DB-BD31-4B8C-83A1-F6EECF244321}">
                <p14:modId xmlns:p14="http://schemas.microsoft.com/office/powerpoint/2010/main" val="457232833"/>
              </p:ext>
            </p:extLst>
          </p:nvPr>
        </p:nvGraphicFramePr>
        <p:xfrm>
          <a:off x="822960" y="1229953"/>
          <a:ext cx="3063240" cy="3189674"/>
        </p:xfrm>
        <a:graphic>
          <a:graphicData uri="http://schemas.openxmlformats.org/drawingml/2006/table">
            <a:tbl>
              <a:tblPr>
                <a:noFill/>
                <a:tableStyleId>{7E755F20-66C8-48CD-AA50-4437A046BB90}</a:tableStyleId>
              </a:tblPr>
              <a:tblGrid>
                <a:gridCol w="3063240">
                  <a:extLst>
                    <a:ext uri="{9D8B030D-6E8A-4147-A177-3AD203B41FA5}">
                      <a16:colId xmlns:a16="http://schemas.microsoft.com/office/drawing/2014/main" val="20000"/>
                    </a:ext>
                  </a:extLst>
                </a:gridCol>
              </a:tblGrid>
              <a:tr h="812264">
                <a:tc>
                  <a:txBody>
                    <a:bodyPr/>
                    <a:lstStyle/>
                    <a:p>
                      <a:pPr marL="0" lvl="0" indent="0" algn="l" rtl="0">
                        <a:spcBef>
                          <a:spcPts val="0"/>
                        </a:spcBef>
                        <a:spcAft>
                          <a:spcPts val="0"/>
                        </a:spcAft>
                        <a:buNone/>
                      </a:pPr>
                      <a:r>
                        <a:rPr lang="en" sz="2800" b="1">
                          <a:solidFill>
                            <a:schemeClr val="dk1"/>
                          </a:solidFill>
                          <a:latin typeface="Inconsolata"/>
                          <a:ea typeface="Inconsolata"/>
                          <a:cs typeface="Inconsolata"/>
                          <a:sym typeface="Inconsolata"/>
                        </a:rPr>
                        <a:t>Prototype Model</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899863">
                <a:tc>
                  <a:txBody>
                    <a:bodyPr/>
                    <a:lstStyle/>
                    <a:p>
                      <a:pPr marL="0" lvl="0" indent="0" algn="l" rtl="0">
                        <a:spcBef>
                          <a:spcPts val="0"/>
                        </a:spcBef>
                        <a:spcAft>
                          <a:spcPts val="0"/>
                        </a:spcAft>
                        <a:buNone/>
                      </a:pPr>
                      <a:r>
                        <a:rPr lang="en-US" sz="1600" dirty="0">
                          <a:solidFill>
                            <a:schemeClr val="dk1"/>
                          </a:solidFill>
                          <a:latin typeface="Open Sans"/>
                          <a:ea typeface="Open Sans"/>
                          <a:cs typeface="Open Sans"/>
                          <a:sym typeface="Open Sans"/>
                        </a:rPr>
                        <a:t>The prototype model is a system development technique that uses a prototype to describe the system so that the client or system owner has a clear picture of the system to be built by the development team.</a:t>
                      </a:r>
                      <a:endParaRPr sz="1600" b="1" dirty="0">
                        <a:solidFill>
                          <a:schemeClr val="dk1"/>
                        </a:solidFill>
                        <a:latin typeface="Inconsolata"/>
                        <a:ea typeface="Inconsolata"/>
                        <a:cs typeface="Inconsolata"/>
                        <a:sym typeface="Inconsola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1159" name="Google Shape;1159;p103"/>
          <p:cNvCxnSpPr/>
          <p:nvPr/>
        </p:nvCxnSpPr>
        <p:spPr>
          <a:xfrm>
            <a:off x="8192475" y="430025"/>
            <a:ext cx="969600" cy="0"/>
          </a:xfrm>
          <a:prstGeom prst="straightConnector1">
            <a:avLst/>
          </a:prstGeom>
          <a:noFill/>
          <a:ln w="9525" cap="flat" cmpd="sng">
            <a:solidFill>
              <a:schemeClr val="dk1"/>
            </a:solidFill>
            <a:prstDash val="solid"/>
            <a:round/>
            <a:headEnd type="none" w="med" len="med"/>
            <a:tailEnd type="none" w="med" len="med"/>
          </a:ln>
        </p:spPr>
      </p:cxnSp>
      <p:sp>
        <p:nvSpPr>
          <p:cNvPr id="1160" name="Google Shape;1160;p103"/>
          <p:cNvSpPr txBox="1"/>
          <p:nvPr/>
        </p:nvSpPr>
        <p:spPr>
          <a:xfrm>
            <a:off x="6859575" y="256175"/>
            <a:ext cx="13329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pic>
        <p:nvPicPr>
          <p:cNvPr id="8" name="Picture 7">
            <a:extLst>
              <a:ext uri="{FF2B5EF4-FFF2-40B4-BE49-F238E27FC236}">
                <a16:creationId xmlns:a16="http://schemas.microsoft.com/office/drawing/2014/main" id="{4A3413A1-F3D8-42B3-9DA5-A50B84A5300B}"/>
              </a:ext>
            </a:extLst>
          </p:cNvPr>
          <p:cNvPicPr>
            <a:picLocks noChangeAspect="1"/>
          </p:cNvPicPr>
          <p:nvPr/>
        </p:nvPicPr>
        <p:blipFill>
          <a:blip r:embed="rId3"/>
          <a:stretch>
            <a:fillRect/>
          </a:stretch>
        </p:blipFill>
        <p:spPr>
          <a:xfrm>
            <a:off x="4108994" y="1829746"/>
            <a:ext cx="4568281" cy="1621374"/>
          </a:xfrm>
          <a:prstGeom prst="rect">
            <a:avLst/>
          </a:prstGeom>
        </p:spPr>
      </p:pic>
    </p:spTree>
    <p:extLst>
      <p:ext uri="{BB962C8B-B14F-4D97-AF65-F5344CB8AC3E}">
        <p14:creationId xmlns:p14="http://schemas.microsoft.com/office/powerpoint/2010/main" val="2262285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103"/>
          <p:cNvSpPr txBox="1">
            <a:spLocks noGrp="1"/>
          </p:cNvSpPr>
          <p:nvPr>
            <p:ph type="ctrTitle"/>
          </p:nvPr>
        </p:nvSpPr>
        <p:spPr>
          <a:xfrm>
            <a:off x="708600" y="341524"/>
            <a:ext cx="77268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Theory</a:t>
            </a:r>
            <a:endParaRPr dirty="0"/>
          </a:p>
        </p:txBody>
      </p:sp>
      <p:cxnSp>
        <p:nvCxnSpPr>
          <p:cNvPr id="1159" name="Google Shape;1159;p103"/>
          <p:cNvCxnSpPr/>
          <p:nvPr/>
        </p:nvCxnSpPr>
        <p:spPr>
          <a:xfrm>
            <a:off x="8192475" y="430025"/>
            <a:ext cx="969600" cy="0"/>
          </a:xfrm>
          <a:prstGeom prst="straightConnector1">
            <a:avLst/>
          </a:prstGeom>
          <a:noFill/>
          <a:ln w="9525" cap="flat" cmpd="sng">
            <a:solidFill>
              <a:schemeClr val="dk1"/>
            </a:solidFill>
            <a:prstDash val="solid"/>
            <a:round/>
            <a:headEnd type="none" w="med" len="med"/>
            <a:tailEnd type="none" w="med" len="med"/>
          </a:ln>
        </p:spPr>
      </p:cxnSp>
      <p:sp>
        <p:nvSpPr>
          <p:cNvPr id="1160" name="Google Shape;1160;p103"/>
          <p:cNvSpPr txBox="1"/>
          <p:nvPr/>
        </p:nvSpPr>
        <p:spPr>
          <a:xfrm>
            <a:off x="6859575" y="256175"/>
            <a:ext cx="13329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graphicFrame>
        <p:nvGraphicFramePr>
          <p:cNvPr id="8" name="Google Shape;1156;p103">
            <a:extLst>
              <a:ext uri="{FF2B5EF4-FFF2-40B4-BE49-F238E27FC236}">
                <a16:creationId xmlns:a16="http://schemas.microsoft.com/office/drawing/2014/main" id="{667CB813-17B8-415E-A54B-6496E0FB55D4}"/>
              </a:ext>
            </a:extLst>
          </p:cNvPr>
          <p:cNvGraphicFramePr/>
          <p:nvPr>
            <p:extLst>
              <p:ext uri="{D42A27DB-BD31-4B8C-83A1-F6EECF244321}">
                <p14:modId xmlns:p14="http://schemas.microsoft.com/office/powerpoint/2010/main" val="59835776"/>
              </p:ext>
            </p:extLst>
          </p:nvPr>
        </p:nvGraphicFramePr>
        <p:xfrm>
          <a:off x="1301931" y="1225122"/>
          <a:ext cx="4724400" cy="3495601"/>
        </p:xfrm>
        <a:graphic>
          <a:graphicData uri="http://schemas.openxmlformats.org/drawingml/2006/table">
            <a:tbl>
              <a:tblPr>
                <a:noFill/>
                <a:tableStyleId>{7E755F20-66C8-48CD-AA50-4437A046BB90}</a:tableStyleId>
              </a:tblPr>
              <a:tblGrid>
                <a:gridCol w="4724400">
                  <a:extLst>
                    <a:ext uri="{9D8B030D-6E8A-4147-A177-3AD203B41FA5}">
                      <a16:colId xmlns:a16="http://schemas.microsoft.com/office/drawing/2014/main" val="20000"/>
                    </a:ext>
                  </a:extLst>
                </a:gridCol>
              </a:tblGrid>
              <a:tr h="826952">
                <a:tc>
                  <a:txBody>
                    <a:bodyPr/>
                    <a:lstStyle/>
                    <a:p>
                      <a:pPr marL="0" lvl="0" indent="0" algn="l" rtl="0">
                        <a:spcBef>
                          <a:spcPts val="0"/>
                        </a:spcBef>
                        <a:spcAft>
                          <a:spcPts val="0"/>
                        </a:spcAft>
                        <a:buNone/>
                      </a:pPr>
                      <a:r>
                        <a:rPr lang="en" sz="2800" b="1" dirty="0">
                          <a:solidFill>
                            <a:schemeClr val="dk1"/>
                          </a:solidFill>
                          <a:latin typeface="Inconsolata"/>
                          <a:ea typeface="Inconsolata"/>
                          <a:cs typeface="Inconsolata"/>
                          <a:sym typeface="Inconsolata"/>
                        </a:rPr>
                        <a:t>Black Box Testing</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668649">
                <a:tc>
                  <a:txBody>
                    <a:bodyPr/>
                    <a:lstStyle/>
                    <a:p>
                      <a:pPr marL="0" lvl="0" indent="0" algn="l" rtl="0">
                        <a:spcBef>
                          <a:spcPts val="0"/>
                        </a:spcBef>
                        <a:spcAft>
                          <a:spcPts val="0"/>
                        </a:spcAft>
                        <a:buNone/>
                      </a:pPr>
                      <a:r>
                        <a:rPr lang="en-US" sz="1600" dirty="0">
                          <a:solidFill>
                            <a:schemeClr val="dk1"/>
                          </a:solidFill>
                          <a:latin typeface="Open Sans"/>
                          <a:ea typeface="Open Sans"/>
                          <a:cs typeface="Open Sans"/>
                          <a:sym typeface="Open Sans"/>
                        </a:rPr>
                        <a:t>Black Box Testing is a test condition developed on the basis of a program or system function, namely the tester needs information about the observed input and output data, but does not know how the program or system works. tester focuses on testing program functions against these specifications. With black-box testing, the tester views the program as a black box and is completely unconcerned with the internal structure of the program or system.</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5764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6"/>
          <p:cNvSpPr txBox="1">
            <a:spLocks noGrp="1"/>
          </p:cNvSpPr>
          <p:nvPr>
            <p:ph type="title"/>
          </p:nvPr>
        </p:nvSpPr>
        <p:spPr>
          <a:xfrm>
            <a:off x="735800" y="1341400"/>
            <a:ext cx="6815374" cy="25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1"/>
                </a:solidFill>
              </a:rPr>
              <a:t>04</a:t>
            </a:r>
            <a:br>
              <a:rPr lang="en" dirty="0">
                <a:solidFill>
                  <a:schemeClr val="lt1"/>
                </a:solidFill>
              </a:rPr>
            </a:br>
            <a:r>
              <a:rPr lang="en" sz="5400" dirty="0">
                <a:solidFill>
                  <a:schemeClr val="lt1"/>
                </a:solidFill>
              </a:rPr>
              <a:t>Analysis</a:t>
            </a:r>
            <a:endParaRPr sz="5400" dirty="0"/>
          </a:p>
        </p:txBody>
      </p:sp>
      <p:sp>
        <p:nvSpPr>
          <p:cNvPr id="581" name="Google Shape;581;p76"/>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cxnSp>
        <p:nvCxnSpPr>
          <p:cNvPr id="582" name="Google Shape;582;p76"/>
          <p:cNvCxnSpPr>
            <a:stCxn id="581"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cxnSp>
        <p:nvCxnSpPr>
          <p:cNvPr id="583" name="Google Shape;583;p76"/>
          <p:cNvCxnSpPr/>
          <p:nvPr/>
        </p:nvCxnSpPr>
        <p:spPr>
          <a:xfrm>
            <a:off x="814250" y="3915100"/>
            <a:ext cx="8337600" cy="0"/>
          </a:xfrm>
          <a:prstGeom prst="straightConnector1">
            <a:avLst/>
          </a:prstGeom>
          <a:noFill/>
          <a:ln w="9525" cap="flat" cmpd="sng">
            <a:solidFill>
              <a:schemeClr val="accent2"/>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4" name="Google Shape;564;p75"/>
          <p:cNvSpPr txBox="1">
            <a:spLocks noGrp="1"/>
          </p:cNvSpPr>
          <p:nvPr>
            <p:ph type="subTitle" idx="1"/>
          </p:nvPr>
        </p:nvSpPr>
        <p:spPr>
          <a:xfrm>
            <a:off x="608525" y="1332460"/>
            <a:ext cx="5431950" cy="2612764"/>
          </a:xfrm>
          <a:prstGeom prst="rect">
            <a:avLst/>
          </a:prstGeom>
        </p:spPr>
        <p:txBody>
          <a:bodyPr spcFirstLastPara="1" wrap="square" lIns="91425" tIns="91425" rIns="91425" bIns="91425" anchor="t" anchorCtr="0">
            <a:noAutofit/>
          </a:bodyPr>
          <a:lstStyle/>
          <a:p>
            <a:pPr marL="441960" indent="-171450" algn="just">
              <a:lnSpc>
                <a:spcPct val="150000"/>
              </a:lnSpc>
              <a:spcAft>
                <a:spcPts val="800"/>
              </a:spcAft>
              <a:buFont typeface="Arial" panose="020B0604020202020204" pitchFamily="34" charset="0"/>
              <a:buChar char="•"/>
            </a:pPr>
            <a:r>
              <a:rPr lang="en-US" dirty="0">
                <a:effectLst/>
                <a:latin typeface="Open Sans" panose="020B0606030504020204" pitchFamily="34" charset="0"/>
                <a:ea typeface="Open Sans" panose="020B0606030504020204" pitchFamily="34" charset="0"/>
                <a:cs typeface="Open Sans" panose="020B0606030504020204" pitchFamily="34" charset="0"/>
              </a:rPr>
              <a:t>There are several differences between a website project from campus and a real website project</a:t>
            </a:r>
          </a:p>
          <a:p>
            <a:pPr marL="441960" indent="-171450" algn="just">
              <a:lnSpc>
                <a:spcPct val="150000"/>
              </a:lnSpc>
              <a:spcAft>
                <a:spcPts val="800"/>
              </a:spcAft>
              <a:buFont typeface="Arial" panose="020B0604020202020204" pitchFamily="34" charset="0"/>
              <a:buChar char="•"/>
            </a:pPr>
            <a:r>
              <a:rPr lang="en-US" dirty="0">
                <a:effectLst/>
                <a:latin typeface="Open Sans" panose="020B0606030504020204" pitchFamily="34" charset="0"/>
                <a:ea typeface="Open Sans" panose="020B0606030504020204" pitchFamily="34" charset="0"/>
                <a:cs typeface="Open Sans" panose="020B0606030504020204" pitchFamily="34" charset="0"/>
              </a:rPr>
              <a:t>For example, are the use of programming languages, more complex website features, and more attention to website security</a:t>
            </a:r>
          </a:p>
          <a:p>
            <a:pPr marL="441960" indent="-171450" algn="just">
              <a:lnSpc>
                <a:spcPct val="150000"/>
              </a:lnSpc>
              <a:spcAft>
                <a:spcPts val="800"/>
              </a:spcAft>
              <a:buFont typeface="Arial" panose="020B0604020202020204" pitchFamily="34" charset="0"/>
              <a:buChar char="•"/>
            </a:pPr>
            <a:r>
              <a:rPr lang="en-US" dirty="0">
                <a:effectLst/>
                <a:latin typeface="Open Sans" panose="020B0606030504020204" pitchFamily="34" charset="0"/>
                <a:ea typeface="Open Sans" panose="020B0606030504020204" pitchFamily="34" charset="0"/>
                <a:cs typeface="Open Sans" panose="020B0606030504020204" pitchFamily="34" charset="0"/>
              </a:rPr>
              <a:t>So many feature changes during the development process</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572" name="Google Shape;572;p75"/>
          <p:cNvCxnSpPr/>
          <p:nvPr/>
        </p:nvCxnSpPr>
        <p:spPr>
          <a:xfrm>
            <a:off x="-56707" y="1254517"/>
            <a:ext cx="4240500" cy="0"/>
          </a:xfrm>
          <a:prstGeom prst="straightConnector1">
            <a:avLst/>
          </a:prstGeom>
          <a:noFill/>
          <a:ln w="9525" cap="flat" cmpd="sng">
            <a:solidFill>
              <a:schemeClr val="accent2"/>
            </a:solidFill>
            <a:prstDash val="solid"/>
            <a:round/>
            <a:headEnd type="none" w="med" len="med"/>
            <a:tailEnd type="none" w="med" len="med"/>
          </a:ln>
        </p:spPr>
      </p:cxnSp>
      <p:sp>
        <p:nvSpPr>
          <p:cNvPr id="573" name="Google Shape;573;p75"/>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cxnSp>
        <p:nvCxnSpPr>
          <p:cNvPr id="574" name="Google Shape;574;p75"/>
          <p:cNvCxnSpPr>
            <a:stCxn id="573"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sp>
        <p:nvSpPr>
          <p:cNvPr id="3" name="Subtitle 2">
            <a:extLst>
              <a:ext uri="{FF2B5EF4-FFF2-40B4-BE49-F238E27FC236}">
                <a16:creationId xmlns:a16="http://schemas.microsoft.com/office/drawing/2014/main" id="{6A3463FF-ADD4-4681-802D-892926157145}"/>
              </a:ext>
            </a:extLst>
          </p:cNvPr>
          <p:cNvSpPr>
            <a:spLocks noGrp="1"/>
          </p:cNvSpPr>
          <p:nvPr>
            <p:ph type="subTitle" idx="4"/>
          </p:nvPr>
        </p:nvSpPr>
        <p:spPr>
          <a:xfrm>
            <a:off x="714850" y="603875"/>
            <a:ext cx="1828800" cy="572700"/>
          </a:xfrm>
        </p:spPr>
        <p:txBody>
          <a:bodyPr/>
          <a:lstStyle/>
          <a:p>
            <a:r>
              <a:rPr lang="en-US" dirty="0"/>
              <a:t>Analysis</a:t>
            </a:r>
            <a:endParaRPr lang="en-ID"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Results</a:t>
            </a:r>
            <a:endParaRPr dirty="0"/>
          </a:p>
        </p:txBody>
      </p:sp>
      <p:sp>
        <p:nvSpPr>
          <p:cNvPr id="564" name="Google Shape;564;p75"/>
          <p:cNvSpPr txBox="1">
            <a:spLocks noGrp="1"/>
          </p:cNvSpPr>
          <p:nvPr>
            <p:ph type="subTitle" idx="1"/>
          </p:nvPr>
        </p:nvSpPr>
        <p:spPr>
          <a:xfrm>
            <a:off x="245962" y="1925373"/>
            <a:ext cx="2516866" cy="38542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800" dirty="0"/>
              <a:t>Login Page</a:t>
            </a:r>
            <a:endParaRPr sz="1800" dirty="0"/>
          </a:p>
        </p:txBody>
      </p:sp>
      <p:sp>
        <p:nvSpPr>
          <p:cNvPr id="567" name="Google Shape;567;p75"/>
          <p:cNvSpPr txBox="1">
            <a:spLocks noGrp="1"/>
          </p:cNvSpPr>
          <p:nvPr>
            <p:ph type="subTitle" idx="4"/>
          </p:nvPr>
        </p:nvSpPr>
        <p:spPr>
          <a:xfrm>
            <a:off x="-5080" y="687775"/>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Design – </a:t>
            </a:r>
            <a:r>
              <a:rPr lang="en-ID" sz="2400" dirty="0">
                <a:solidFill>
                  <a:schemeClr val="bg1"/>
                </a:solidFill>
              </a:rPr>
              <a:t>Figma</a:t>
            </a:r>
          </a:p>
        </p:txBody>
      </p:sp>
      <p:cxnSp>
        <p:nvCxnSpPr>
          <p:cNvPr id="572" name="Google Shape;572;p75"/>
          <p:cNvCxnSpPr>
            <a:cxnSpLocks/>
          </p:cNvCxnSpPr>
          <p:nvPr/>
        </p:nvCxnSpPr>
        <p:spPr>
          <a:xfrm>
            <a:off x="-5080" y="1315336"/>
            <a:ext cx="3502871" cy="0"/>
          </a:xfrm>
          <a:prstGeom prst="straightConnector1">
            <a:avLst/>
          </a:prstGeom>
          <a:noFill/>
          <a:ln w="9525" cap="flat" cmpd="sng">
            <a:solidFill>
              <a:schemeClr val="accent2"/>
            </a:solidFill>
            <a:prstDash val="solid"/>
            <a:round/>
            <a:headEnd type="none" w="med" len="med"/>
            <a:tailEnd type="none" w="med" len="med"/>
          </a:ln>
        </p:spPr>
      </p:cxnSp>
      <p:pic>
        <p:nvPicPr>
          <p:cNvPr id="7" name="Picture 6">
            <a:extLst>
              <a:ext uri="{FF2B5EF4-FFF2-40B4-BE49-F238E27FC236}">
                <a16:creationId xmlns:a16="http://schemas.microsoft.com/office/drawing/2014/main" id="{C366D342-0E6C-402E-8161-E63A9980C27F}"/>
              </a:ext>
            </a:extLst>
          </p:cNvPr>
          <p:cNvPicPr>
            <a:picLocks noChangeAspect="1"/>
          </p:cNvPicPr>
          <p:nvPr/>
        </p:nvPicPr>
        <p:blipFill>
          <a:blip r:embed="rId3"/>
          <a:stretch>
            <a:fillRect/>
          </a:stretch>
        </p:blipFill>
        <p:spPr>
          <a:xfrm>
            <a:off x="332660" y="2611924"/>
            <a:ext cx="3284970" cy="1973624"/>
          </a:xfrm>
          <a:prstGeom prst="rect">
            <a:avLst/>
          </a:prstGeom>
        </p:spPr>
      </p:pic>
      <p:pic>
        <p:nvPicPr>
          <p:cNvPr id="8" name="Picture 7">
            <a:extLst>
              <a:ext uri="{FF2B5EF4-FFF2-40B4-BE49-F238E27FC236}">
                <a16:creationId xmlns:a16="http://schemas.microsoft.com/office/drawing/2014/main" id="{0AB690AD-BF6A-4C17-AE98-5AE276B44C8A}"/>
              </a:ext>
            </a:extLst>
          </p:cNvPr>
          <p:cNvPicPr>
            <a:picLocks noChangeAspect="1"/>
          </p:cNvPicPr>
          <p:nvPr/>
        </p:nvPicPr>
        <p:blipFill>
          <a:blip r:embed="rId4"/>
          <a:stretch>
            <a:fillRect/>
          </a:stretch>
        </p:blipFill>
        <p:spPr>
          <a:xfrm>
            <a:off x="5098285" y="1366904"/>
            <a:ext cx="2711859" cy="3229139"/>
          </a:xfrm>
          <a:prstGeom prst="rect">
            <a:avLst/>
          </a:prstGeom>
        </p:spPr>
      </p:pic>
      <p:sp>
        <p:nvSpPr>
          <p:cNvPr id="9" name="Google Shape;564;p75">
            <a:extLst>
              <a:ext uri="{FF2B5EF4-FFF2-40B4-BE49-F238E27FC236}">
                <a16:creationId xmlns:a16="http://schemas.microsoft.com/office/drawing/2014/main" id="{0FE0EBC6-8B5A-4C84-95EF-90945D6551BD}"/>
              </a:ext>
            </a:extLst>
          </p:cNvPr>
          <p:cNvSpPr txBox="1">
            <a:spLocks/>
          </p:cNvSpPr>
          <p:nvPr/>
        </p:nvSpPr>
        <p:spPr>
          <a:xfrm>
            <a:off x="5021618" y="751305"/>
            <a:ext cx="2516866" cy="3854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Open Sans"/>
              <a:buNone/>
              <a:defRPr sz="1400" b="0" i="0" u="none" strike="noStrike" cap="none">
                <a:solidFill>
                  <a:schemeClr val="dk1"/>
                </a:solidFill>
                <a:latin typeface="Open Sans"/>
                <a:ea typeface="Open Sans"/>
                <a:cs typeface="Open Sans"/>
                <a:sym typeface="Open Sans"/>
              </a:defRPr>
            </a:lvl1pPr>
            <a:lvl2pPr marL="914400" marR="0" lvl="1"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4pPr>
            <a:lvl5pPr marL="2286000" marR="0" lvl="4"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5pPr>
            <a:lvl6pPr marL="2743200" marR="0" lvl="5"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6pPr>
            <a:lvl7pPr marL="3200400" marR="0" lvl="6"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7pPr>
            <a:lvl8pPr marL="3657600" marR="0" lvl="7"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8pPr>
            <a:lvl9pPr marL="4114800" marR="0" lvl="8"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9pPr>
          </a:lstStyle>
          <a:p>
            <a:pPr marL="0" indent="0">
              <a:spcAft>
                <a:spcPts val="1200"/>
              </a:spcAft>
            </a:pPr>
            <a:r>
              <a:rPr lang="en-US" sz="1800" dirty="0"/>
              <a:t>Home Page</a:t>
            </a:r>
          </a:p>
        </p:txBody>
      </p:sp>
    </p:spTree>
    <p:extLst>
      <p:ext uri="{BB962C8B-B14F-4D97-AF65-F5344CB8AC3E}">
        <p14:creationId xmlns:p14="http://schemas.microsoft.com/office/powerpoint/2010/main" val="736450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Results</a:t>
            </a:r>
            <a:endParaRPr dirty="0"/>
          </a:p>
        </p:txBody>
      </p:sp>
      <p:sp>
        <p:nvSpPr>
          <p:cNvPr id="564" name="Google Shape;564;p75"/>
          <p:cNvSpPr txBox="1">
            <a:spLocks noGrp="1"/>
          </p:cNvSpPr>
          <p:nvPr>
            <p:ph type="subTitle" idx="1"/>
          </p:nvPr>
        </p:nvSpPr>
        <p:spPr>
          <a:xfrm>
            <a:off x="245962" y="1925373"/>
            <a:ext cx="2516866" cy="38542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800" dirty="0"/>
              <a:t>Category Page</a:t>
            </a:r>
            <a:endParaRPr sz="1800" dirty="0"/>
          </a:p>
        </p:txBody>
      </p:sp>
      <p:sp>
        <p:nvSpPr>
          <p:cNvPr id="567" name="Google Shape;567;p75"/>
          <p:cNvSpPr txBox="1">
            <a:spLocks noGrp="1"/>
          </p:cNvSpPr>
          <p:nvPr>
            <p:ph type="subTitle" idx="4"/>
          </p:nvPr>
        </p:nvSpPr>
        <p:spPr>
          <a:xfrm>
            <a:off x="-5080" y="687775"/>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Design – </a:t>
            </a:r>
            <a:r>
              <a:rPr lang="en-ID" sz="2400" dirty="0">
                <a:solidFill>
                  <a:schemeClr val="bg1"/>
                </a:solidFill>
              </a:rPr>
              <a:t>Figma</a:t>
            </a:r>
          </a:p>
        </p:txBody>
      </p:sp>
      <p:cxnSp>
        <p:nvCxnSpPr>
          <p:cNvPr id="572" name="Google Shape;572;p75"/>
          <p:cNvCxnSpPr>
            <a:cxnSpLocks/>
          </p:cNvCxnSpPr>
          <p:nvPr/>
        </p:nvCxnSpPr>
        <p:spPr>
          <a:xfrm>
            <a:off x="-5080" y="1315336"/>
            <a:ext cx="3502871" cy="0"/>
          </a:xfrm>
          <a:prstGeom prst="straightConnector1">
            <a:avLst/>
          </a:prstGeom>
          <a:noFill/>
          <a:ln w="9525" cap="flat" cmpd="sng">
            <a:solidFill>
              <a:schemeClr val="accent2"/>
            </a:solidFill>
            <a:prstDash val="solid"/>
            <a:round/>
            <a:headEnd type="none" w="med" len="med"/>
            <a:tailEnd type="none" w="med" len="med"/>
          </a:ln>
        </p:spPr>
      </p:cxnSp>
      <p:sp>
        <p:nvSpPr>
          <p:cNvPr id="9" name="Google Shape;564;p75">
            <a:extLst>
              <a:ext uri="{FF2B5EF4-FFF2-40B4-BE49-F238E27FC236}">
                <a16:creationId xmlns:a16="http://schemas.microsoft.com/office/drawing/2014/main" id="{0FE0EBC6-8B5A-4C84-95EF-90945D6551BD}"/>
              </a:ext>
            </a:extLst>
          </p:cNvPr>
          <p:cNvSpPr txBox="1">
            <a:spLocks/>
          </p:cNvSpPr>
          <p:nvPr/>
        </p:nvSpPr>
        <p:spPr>
          <a:xfrm>
            <a:off x="4312782" y="1938211"/>
            <a:ext cx="2516866" cy="3854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Open Sans"/>
              <a:buNone/>
              <a:defRPr sz="1400" b="0" i="0" u="none" strike="noStrike" cap="none">
                <a:solidFill>
                  <a:schemeClr val="dk1"/>
                </a:solidFill>
                <a:latin typeface="Open Sans"/>
                <a:ea typeface="Open Sans"/>
                <a:cs typeface="Open Sans"/>
                <a:sym typeface="Open Sans"/>
              </a:defRPr>
            </a:lvl1pPr>
            <a:lvl2pPr marL="914400" marR="0" lvl="1"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2pPr>
            <a:lvl3pPr marL="1371600" marR="0" lvl="2"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3pPr>
            <a:lvl4pPr marL="1828800" marR="0" lvl="3"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4pPr>
            <a:lvl5pPr marL="2286000" marR="0" lvl="4"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5pPr>
            <a:lvl6pPr marL="2743200" marR="0" lvl="5"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6pPr>
            <a:lvl7pPr marL="3200400" marR="0" lvl="6"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7pPr>
            <a:lvl8pPr marL="3657600" marR="0" lvl="7"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8pPr>
            <a:lvl9pPr marL="4114800" marR="0" lvl="8" indent="-330200" algn="l"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9pPr>
          </a:lstStyle>
          <a:p>
            <a:pPr marL="0" indent="0">
              <a:spcAft>
                <a:spcPts val="1200"/>
              </a:spcAft>
            </a:pPr>
            <a:r>
              <a:rPr lang="en-US" sz="1800" dirty="0"/>
              <a:t>Detail Statistic Page</a:t>
            </a:r>
          </a:p>
        </p:txBody>
      </p:sp>
      <p:pic>
        <p:nvPicPr>
          <p:cNvPr id="10" name="Picture 9">
            <a:extLst>
              <a:ext uri="{FF2B5EF4-FFF2-40B4-BE49-F238E27FC236}">
                <a16:creationId xmlns:a16="http://schemas.microsoft.com/office/drawing/2014/main" id="{A261E382-526A-47D5-9BF5-401B2113BF57}"/>
              </a:ext>
            </a:extLst>
          </p:cNvPr>
          <p:cNvPicPr>
            <a:picLocks noChangeAspect="1"/>
          </p:cNvPicPr>
          <p:nvPr/>
        </p:nvPicPr>
        <p:blipFill>
          <a:blip r:embed="rId3"/>
          <a:stretch>
            <a:fillRect/>
          </a:stretch>
        </p:blipFill>
        <p:spPr>
          <a:xfrm>
            <a:off x="302011" y="2389099"/>
            <a:ext cx="3632036" cy="2241861"/>
          </a:xfrm>
          <a:prstGeom prst="rect">
            <a:avLst/>
          </a:prstGeom>
        </p:spPr>
      </p:pic>
      <p:pic>
        <p:nvPicPr>
          <p:cNvPr id="11" name="Picture 10">
            <a:extLst>
              <a:ext uri="{FF2B5EF4-FFF2-40B4-BE49-F238E27FC236}">
                <a16:creationId xmlns:a16="http://schemas.microsoft.com/office/drawing/2014/main" id="{D4D9C1F8-4C7D-48BB-83A9-3BF5138A0D7E}"/>
              </a:ext>
            </a:extLst>
          </p:cNvPr>
          <p:cNvPicPr>
            <a:picLocks noChangeAspect="1"/>
          </p:cNvPicPr>
          <p:nvPr/>
        </p:nvPicPr>
        <p:blipFill>
          <a:blip r:embed="rId4"/>
          <a:stretch>
            <a:fillRect/>
          </a:stretch>
        </p:blipFill>
        <p:spPr>
          <a:xfrm>
            <a:off x="4432100" y="2389100"/>
            <a:ext cx="3521054" cy="2197800"/>
          </a:xfrm>
          <a:prstGeom prst="rect">
            <a:avLst/>
          </a:prstGeom>
        </p:spPr>
      </p:pic>
    </p:spTree>
    <p:extLst>
      <p:ext uri="{BB962C8B-B14F-4D97-AF65-F5344CB8AC3E}">
        <p14:creationId xmlns:p14="http://schemas.microsoft.com/office/powerpoint/2010/main" val="151226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4" name="Google Shape;564;p75"/>
          <p:cNvSpPr txBox="1">
            <a:spLocks noGrp="1"/>
          </p:cNvSpPr>
          <p:nvPr>
            <p:ph type="subTitle" idx="1"/>
          </p:nvPr>
        </p:nvSpPr>
        <p:spPr>
          <a:xfrm>
            <a:off x="97841" y="2077455"/>
            <a:ext cx="4728159" cy="150579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1800" dirty="0"/>
              <a:t>This stage is the implementation of the system model design that has been made into program code that produces a prototype of the software.</a:t>
            </a:r>
            <a:endParaRPr sz="1800" dirty="0"/>
          </a:p>
        </p:txBody>
      </p:sp>
      <p:sp>
        <p:nvSpPr>
          <p:cNvPr id="567" name="Google Shape;567;p75"/>
          <p:cNvSpPr txBox="1">
            <a:spLocks noGrp="1"/>
          </p:cNvSpPr>
          <p:nvPr>
            <p:ph type="subTitle" idx="4"/>
          </p:nvPr>
        </p:nvSpPr>
        <p:spPr>
          <a:xfrm>
            <a:off x="97841" y="1265555"/>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2400" dirty="0">
                <a:solidFill>
                  <a:schemeClr val="tx1"/>
                </a:solidFill>
              </a:rPr>
              <a:t>C</a:t>
            </a:r>
            <a:r>
              <a:rPr lang="en-ID" sz="2400" dirty="0" err="1">
                <a:solidFill>
                  <a:schemeClr val="tx1"/>
                </a:solidFill>
              </a:rPr>
              <a:t>oding</a:t>
            </a:r>
            <a:endParaRPr lang="en-ID" sz="2400" dirty="0">
              <a:solidFill>
                <a:schemeClr val="tx1"/>
              </a:solidFill>
            </a:endParaRPr>
          </a:p>
        </p:txBody>
      </p:sp>
      <p:cxnSp>
        <p:nvCxnSpPr>
          <p:cNvPr id="572" name="Google Shape;572;p75"/>
          <p:cNvCxnSpPr>
            <a:cxnSpLocks/>
          </p:cNvCxnSpPr>
          <p:nvPr/>
        </p:nvCxnSpPr>
        <p:spPr>
          <a:xfrm>
            <a:off x="97841" y="1881937"/>
            <a:ext cx="3502871"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248220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7" name="Google Shape;567;p75"/>
          <p:cNvSpPr txBox="1">
            <a:spLocks noGrp="1"/>
          </p:cNvSpPr>
          <p:nvPr>
            <p:ph type="subTitle" idx="4"/>
          </p:nvPr>
        </p:nvSpPr>
        <p:spPr>
          <a:xfrm>
            <a:off x="10821" y="1269893"/>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Coding – </a:t>
            </a:r>
            <a:r>
              <a:rPr lang="en-ID" sz="2400" dirty="0">
                <a:solidFill>
                  <a:schemeClr val="bg1"/>
                </a:solidFill>
              </a:rPr>
              <a:t>Login Page</a:t>
            </a:r>
          </a:p>
        </p:txBody>
      </p:sp>
      <p:cxnSp>
        <p:nvCxnSpPr>
          <p:cNvPr id="572" name="Google Shape;572;p75"/>
          <p:cNvCxnSpPr>
            <a:cxnSpLocks/>
          </p:cNvCxnSpPr>
          <p:nvPr/>
        </p:nvCxnSpPr>
        <p:spPr>
          <a:xfrm>
            <a:off x="10821" y="1934741"/>
            <a:ext cx="4114800" cy="0"/>
          </a:xfrm>
          <a:prstGeom prst="straightConnector1">
            <a:avLst/>
          </a:prstGeom>
          <a:noFill/>
          <a:ln w="9525" cap="flat" cmpd="sng">
            <a:solidFill>
              <a:schemeClr val="accent2"/>
            </a:solidFill>
            <a:prstDash val="solid"/>
            <a:round/>
            <a:headEnd type="none" w="med" len="med"/>
            <a:tailEnd type="none" w="med" len="med"/>
          </a:ln>
        </p:spPr>
      </p:cxnSp>
      <p:grpSp>
        <p:nvGrpSpPr>
          <p:cNvPr id="8" name="Google Shape;1292;p109">
            <a:extLst>
              <a:ext uri="{FF2B5EF4-FFF2-40B4-BE49-F238E27FC236}">
                <a16:creationId xmlns:a16="http://schemas.microsoft.com/office/drawing/2014/main" id="{22FF84EA-52AA-4048-BDF9-BDF59135E574}"/>
              </a:ext>
            </a:extLst>
          </p:cNvPr>
          <p:cNvGrpSpPr/>
          <p:nvPr/>
        </p:nvGrpSpPr>
        <p:grpSpPr>
          <a:xfrm>
            <a:off x="4921876" y="1999026"/>
            <a:ext cx="3661716" cy="2582627"/>
            <a:chOff x="4307598" y="1521968"/>
            <a:chExt cx="3789854" cy="2998352"/>
          </a:xfrm>
        </p:grpSpPr>
        <p:sp>
          <p:nvSpPr>
            <p:cNvPr id="9" name="Google Shape;1293;p109">
              <a:extLst>
                <a:ext uri="{FF2B5EF4-FFF2-40B4-BE49-F238E27FC236}">
                  <a16:creationId xmlns:a16="http://schemas.microsoft.com/office/drawing/2014/main" id="{B285B6A0-7D99-4FA2-8A7C-74AC4746FEDC}"/>
                </a:ext>
              </a:extLst>
            </p:cNvPr>
            <p:cNvSpPr/>
            <p:nvPr/>
          </p:nvSpPr>
          <p:spPr>
            <a:xfrm>
              <a:off x="4309598" y="1521968"/>
              <a:ext cx="3786000" cy="257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294;p109">
              <a:extLst>
                <a:ext uri="{FF2B5EF4-FFF2-40B4-BE49-F238E27FC236}">
                  <a16:creationId xmlns:a16="http://schemas.microsoft.com/office/drawing/2014/main" id="{629FB387-4C0F-41A9-9BDA-7D2D9B07ACDA}"/>
                </a:ext>
              </a:extLst>
            </p:cNvPr>
            <p:cNvSpPr/>
            <p:nvPr/>
          </p:nvSpPr>
          <p:spPr>
            <a:xfrm>
              <a:off x="5517234" y="4097789"/>
              <a:ext cx="1370683" cy="422531"/>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1" name="Google Shape;1295;p109">
              <a:extLst>
                <a:ext uri="{FF2B5EF4-FFF2-40B4-BE49-F238E27FC236}">
                  <a16:creationId xmlns:a16="http://schemas.microsoft.com/office/drawing/2014/main" id="{26B4B1D8-76BB-4047-8C02-8342192BA9E6}"/>
                </a:ext>
              </a:extLst>
            </p:cNvPr>
            <p:cNvCxnSpPr/>
            <p:nvPr/>
          </p:nvCxnSpPr>
          <p:spPr>
            <a:xfrm>
              <a:off x="4307598" y="3769657"/>
              <a:ext cx="3789854" cy="0"/>
            </a:xfrm>
            <a:prstGeom prst="straightConnector1">
              <a:avLst/>
            </a:prstGeom>
            <a:noFill/>
            <a:ln w="9525" cap="flat" cmpd="sng">
              <a:solidFill>
                <a:schemeClr val="dk1"/>
              </a:solidFill>
              <a:prstDash val="solid"/>
              <a:round/>
              <a:headEnd type="none" w="med" len="med"/>
              <a:tailEnd type="none" w="med" len="med"/>
            </a:ln>
          </p:spPr>
        </p:cxnSp>
        <p:sp>
          <p:nvSpPr>
            <p:cNvPr id="12" name="Google Shape;1296;p109">
              <a:extLst>
                <a:ext uri="{FF2B5EF4-FFF2-40B4-BE49-F238E27FC236}">
                  <a16:creationId xmlns:a16="http://schemas.microsoft.com/office/drawing/2014/main" id="{4C3B38DB-7120-4989-9B12-DBDD33408003}"/>
                </a:ext>
              </a:extLst>
            </p:cNvPr>
            <p:cNvSpPr/>
            <p:nvPr/>
          </p:nvSpPr>
          <p:spPr>
            <a:xfrm>
              <a:off x="6127448" y="3861117"/>
              <a:ext cx="150154" cy="15015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4" name="Picture 13">
            <a:extLst>
              <a:ext uri="{FF2B5EF4-FFF2-40B4-BE49-F238E27FC236}">
                <a16:creationId xmlns:a16="http://schemas.microsoft.com/office/drawing/2014/main" id="{EE3ADEB3-0D4F-4076-BC73-8B6D4BEFBD8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1876" y="1999026"/>
            <a:ext cx="3659862" cy="1922593"/>
          </a:xfrm>
          <a:prstGeom prst="rect">
            <a:avLst/>
          </a:prstGeom>
          <a:noFill/>
          <a:ln>
            <a:noFill/>
          </a:ln>
        </p:spPr>
      </p:pic>
      <p:sp>
        <p:nvSpPr>
          <p:cNvPr id="15" name="Google Shape;567;p75">
            <a:extLst>
              <a:ext uri="{FF2B5EF4-FFF2-40B4-BE49-F238E27FC236}">
                <a16:creationId xmlns:a16="http://schemas.microsoft.com/office/drawing/2014/main" id="{878A124D-0AA2-4D86-A682-C94275593944}"/>
              </a:ext>
            </a:extLst>
          </p:cNvPr>
          <p:cNvSpPr txBox="1">
            <a:spLocks/>
          </p:cNvSpPr>
          <p:nvPr/>
        </p:nvSpPr>
        <p:spPr>
          <a:xfrm>
            <a:off x="63983" y="2166571"/>
            <a:ext cx="3997653" cy="18472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2100"/>
              <a:buFont typeface="Bebas Neue"/>
              <a:buNone/>
              <a:defRPr sz="2300" b="1" i="0" u="none" strike="noStrike" cap="none">
                <a:solidFill>
                  <a:schemeClr val="dk1"/>
                </a:solidFill>
                <a:latin typeface="Inconsolata"/>
                <a:ea typeface="Inconsolata"/>
                <a:cs typeface="Inconsolata"/>
                <a:sym typeface="Inconsolata"/>
              </a:defRPr>
            </a:lvl1pPr>
            <a:lvl2pPr marL="914400" marR="0" lvl="1"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2pPr>
            <a:lvl3pPr marL="1371600" marR="0" lvl="2"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3pPr>
            <a:lvl4pPr marL="1828800" marR="0" lvl="3"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4pPr>
            <a:lvl5pPr marL="2286000" marR="0" lvl="4"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5pPr>
            <a:lvl6pPr marL="2743200" marR="0" lvl="5"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6pPr>
            <a:lvl7pPr marL="3200400" marR="0" lvl="6"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7pPr>
            <a:lvl8pPr marL="3657600" marR="0" lvl="7"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8pPr>
            <a:lvl9pPr marL="4114800" marR="0" lvl="8"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9pPr>
          </a:lstStyle>
          <a:p>
            <a:pPr marL="0" indent="0">
              <a:spcAft>
                <a:spcPts val="1200"/>
              </a:spcAft>
            </a:pPr>
            <a:r>
              <a:rPr lang="en-US" sz="2400" b="0" dirty="0"/>
              <a:t>in the login page use reCAPTCHA, to make website security strong</a:t>
            </a:r>
            <a:endParaRPr lang="en-ID" sz="2400" b="0" dirty="0">
              <a:solidFill>
                <a:schemeClr val="bg1"/>
              </a:solidFill>
            </a:endParaRPr>
          </a:p>
        </p:txBody>
      </p:sp>
    </p:spTree>
    <p:extLst>
      <p:ext uri="{BB962C8B-B14F-4D97-AF65-F5344CB8AC3E}">
        <p14:creationId xmlns:p14="http://schemas.microsoft.com/office/powerpoint/2010/main" val="4283120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7" name="Google Shape;567;p75"/>
          <p:cNvSpPr txBox="1">
            <a:spLocks noGrp="1"/>
          </p:cNvSpPr>
          <p:nvPr>
            <p:ph type="subTitle" idx="4"/>
          </p:nvPr>
        </p:nvSpPr>
        <p:spPr>
          <a:xfrm>
            <a:off x="0" y="1673930"/>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Coding – </a:t>
            </a:r>
            <a:r>
              <a:rPr lang="en-ID" sz="2400" dirty="0">
                <a:solidFill>
                  <a:schemeClr val="bg1"/>
                </a:solidFill>
              </a:rPr>
              <a:t>Home Page</a:t>
            </a:r>
          </a:p>
        </p:txBody>
      </p:sp>
      <p:cxnSp>
        <p:nvCxnSpPr>
          <p:cNvPr id="572" name="Google Shape;572;p75"/>
          <p:cNvCxnSpPr>
            <a:cxnSpLocks/>
          </p:cNvCxnSpPr>
          <p:nvPr/>
        </p:nvCxnSpPr>
        <p:spPr>
          <a:xfrm>
            <a:off x="10821" y="2246630"/>
            <a:ext cx="4114800" cy="0"/>
          </a:xfrm>
          <a:prstGeom prst="straightConnector1">
            <a:avLst/>
          </a:prstGeom>
          <a:noFill/>
          <a:ln w="9525" cap="flat" cmpd="sng">
            <a:solidFill>
              <a:schemeClr val="accent2"/>
            </a:solidFill>
            <a:prstDash val="solid"/>
            <a:round/>
            <a:headEnd type="none" w="med" len="med"/>
            <a:tailEnd type="none" w="med" len="med"/>
          </a:ln>
        </p:spPr>
      </p:cxnSp>
      <p:grpSp>
        <p:nvGrpSpPr>
          <p:cNvPr id="8" name="Google Shape;1292;p109">
            <a:extLst>
              <a:ext uri="{FF2B5EF4-FFF2-40B4-BE49-F238E27FC236}">
                <a16:creationId xmlns:a16="http://schemas.microsoft.com/office/drawing/2014/main" id="{22FF84EA-52AA-4048-BDF9-BDF59135E574}"/>
              </a:ext>
            </a:extLst>
          </p:cNvPr>
          <p:cNvGrpSpPr/>
          <p:nvPr/>
        </p:nvGrpSpPr>
        <p:grpSpPr>
          <a:xfrm>
            <a:off x="4921876" y="1999026"/>
            <a:ext cx="3661716" cy="2582627"/>
            <a:chOff x="4307598" y="1521968"/>
            <a:chExt cx="3789854" cy="2998352"/>
          </a:xfrm>
        </p:grpSpPr>
        <p:sp>
          <p:nvSpPr>
            <p:cNvPr id="9" name="Google Shape;1293;p109">
              <a:extLst>
                <a:ext uri="{FF2B5EF4-FFF2-40B4-BE49-F238E27FC236}">
                  <a16:creationId xmlns:a16="http://schemas.microsoft.com/office/drawing/2014/main" id="{B285B6A0-7D99-4FA2-8A7C-74AC4746FEDC}"/>
                </a:ext>
              </a:extLst>
            </p:cNvPr>
            <p:cNvSpPr/>
            <p:nvPr/>
          </p:nvSpPr>
          <p:spPr>
            <a:xfrm>
              <a:off x="4309598" y="1521968"/>
              <a:ext cx="3786000" cy="257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294;p109">
              <a:extLst>
                <a:ext uri="{FF2B5EF4-FFF2-40B4-BE49-F238E27FC236}">
                  <a16:creationId xmlns:a16="http://schemas.microsoft.com/office/drawing/2014/main" id="{629FB387-4C0F-41A9-9BDA-7D2D9B07ACDA}"/>
                </a:ext>
              </a:extLst>
            </p:cNvPr>
            <p:cNvSpPr/>
            <p:nvPr/>
          </p:nvSpPr>
          <p:spPr>
            <a:xfrm>
              <a:off x="5517234" y="4097789"/>
              <a:ext cx="1370683" cy="422531"/>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1" name="Google Shape;1295;p109">
              <a:extLst>
                <a:ext uri="{FF2B5EF4-FFF2-40B4-BE49-F238E27FC236}">
                  <a16:creationId xmlns:a16="http://schemas.microsoft.com/office/drawing/2014/main" id="{26B4B1D8-76BB-4047-8C02-8342192BA9E6}"/>
                </a:ext>
              </a:extLst>
            </p:cNvPr>
            <p:cNvCxnSpPr/>
            <p:nvPr/>
          </p:nvCxnSpPr>
          <p:spPr>
            <a:xfrm>
              <a:off x="4307598" y="3769657"/>
              <a:ext cx="3789854" cy="0"/>
            </a:xfrm>
            <a:prstGeom prst="straightConnector1">
              <a:avLst/>
            </a:prstGeom>
            <a:noFill/>
            <a:ln w="9525" cap="flat" cmpd="sng">
              <a:solidFill>
                <a:schemeClr val="dk1"/>
              </a:solidFill>
              <a:prstDash val="solid"/>
              <a:round/>
              <a:headEnd type="none" w="med" len="med"/>
              <a:tailEnd type="none" w="med" len="med"/>
            </a:ln>
          </p:spPr>
        </p:cxnSp>
        <p:sp>
          <p:nvSpPr>
            <p:cNvPr id="12" name="Google Shape;1296;p109">
              <a:extLst>
                <a:ext uri="{FF2B5EF4-FFF2-40B4-BE49-F238E27FC236}">
                  <a16:creationId xmlns:a16="http://schemas.microsoft.com/office/drawing/2014/main" id="{4C3B38DB-7120-4989-9B12-DBDD33408003}"/>
                </a:ext>
              </a:extLst>
            </p:cNvPr>
            <p:cNvSpPr/>
            <p:nvPr/>
          </p:nvSpPr>
          <p:spPr>
            <a:xfrm>
              <a:off x="6127448" y="3861117"/>
              <a:ext cx="150154" cy="15015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3" name="Picture 12">
            <a:extLst>
              <a:ext uri="{FF2B5EF4-FFF2-40B4-BE49-F238E27FC236}">
                <a16:creationId xmlns:a16="http://schemas.microsoft.com/office/drawing/2014/main" id="{A6A582CE-F07A-462F-B6D7-5D308B4FD68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0084" y="927104"/>
            <a:ext cx="3661716" cy="3047356"/>
          </a:xfrm>
          <a:prstGeom prst="rect">
            <a:avLst/>
          </a:prstGeom>
          <a:noFill/>
          <a:ln>
            <a:noFill/>
          </a:ln>
        </p:spPr>
      </p:pic>
      <p:sp>
        <p:nvSpPr>
          <p:cNvPr id="16" name="Google Shape;567;p75">
            <a:extLst>
              <a:ext uri="{FF2B5EF4-FFF2-40B4-BE49-F238E27FC236}">
                <a16:creationId xmlns:a16="http://schemas.microsoft.com/office/drawing/2014/main" id="{4EED854E-0630-4593-83B0-0070B96C55E7}"/>
              </a:ext>
            </a:extLst>
          </p:cNvPr>
          <p:cNvSpPr txBox="1">
            <a:spLocks/>
          </p:cNvSpPr>
          <p:nvPr/>
        </p:nvSpPr>
        <p:spPr>
          <a:xfrm>
            <a:off x="10821" y="2400487"/>
            <a:ext cx="4419412" cy="18667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2100"/>
              <a:buFont typeface="Bebas Neue"/>
              <a:buNone/>
              <a:defRPr sz="2300" b="1" i="0" u="none" strike="noStrike" cap="none">
                <a:solidFill>
                  <a:schemeClr val="dk1"/>
                </a:solidFill>
                <a:latin typeface="Inconsolata"/>
                <a:ea typeface="Inconsolata"/>
                <a:cs typeface="Inconsolata"/>
                <a:sym typeface="Inconsolata"/>
              </a:defRPr>
            </a:lvl1pPr>
            <a:lvl2pPr marL="914400" marR="0" lvl="1"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2pPr>
            <a:lvl3pPr marL="1371600" marR="0" lvl="2"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3pPr>
            <a:lvl4pPr marL="1828800" marR="0" lvl="3"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4pPr>
            <a:lvl5pPr marL="2286000" marR="0" lvl="4"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5pPr>
            <a:lvl6pPr marL="2743200" marR="0" lvl="5"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6pPr>
            <a:lvl7pPr marL="3200400" marR="0" lvl="6"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7pPr>
            <a:lvl8pPr marL="3657600" marR="0" lvl="7"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8pPr>
            <a:lvl9pPr marL="4114800" marR="0" lvl="8"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9pPr>
          </a:lstStyle>
          <a:p>
            <a:pPr marL="0" indent="0">
              <a:spcAft>
                <a:spcPts val="1200"/>
              </a:spcAft>
            </a:pPr>
            <a:r>
              <a:rPr lang="en-US" sz="2400" b="0" dirty="0"/>
              <a:t>in the homepage, there is a button to choice statistical categories</a:t>
            </a:r>
            <a:endParaRPr lang="en-ID" sz="2400" b="0" dirty="0">
              <a:solidFill>
                <a:schemeClr val="bg1"/>
              </a:solidFill>
            </a:endParaRPr>
          </a:p>
        </p:txBody>
      </p:sp>
    </p:spTree>
    <p:extLst>
      <p:ext uri="{BB962C8B-B14F-4D97-AF65-F5344CB8AC3E}">
        <p14:creationId xmlns:p14="http://schemas.microsoft.com/office/powerpoint/2010/main" val="3389578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7" name="Google Shape;567;p75"/>
          <p:cNvSpPr txBox="1">
            <a:spLocks noGrp="1"/>
          </p:cNvSpPr>
          <p:nvPr>
            <p:ph type="subTitle" idx="4"/>
          </p:nvPr>
        </p:nvSpPr>
        <p:spPr>
          <a:xfrm>
            <a:off x="-1" y="1673930"/>
            <a:ext cx="4125621"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Coding – </a:t>
            </a:r>
            <a:r>
              <a:rPr lang="en-ID" sz="2400" dirty="0">
                <a:solidFill>
                  <a:schemeClr val="bg1"/>
                </a:solidFill>
              </a:rPr>
              <a:t>Category Page</a:t>
            </a:r>
          </a:p>
        </p:txBody>
      </p:sp>
      <p:cxnSp>
        <p:nvCxnSpPr>
          <p:cNvPr id="572" name="Google Shape;572;p75"/>
          <p:cNvCxnSpPr>
            <a:cxnSpLocks/>
          </p:cNvCxnSpPr>
          <p:nvPr/>
        </p:nvCxnSpPr>
        <p:spPr>
          <a:xfrm>
            <a:off x="10821" y="2246630"/>
            <a:ext cx="4114800" cy="0"/>
          </a:xfrm>
          <a:prstGeom prst="straightConnector1">
            <a:avLst/>
          </a:prstGeom>
          <a:noFill/>
          <a:ln w="9525" cap="flat" cmpd="sng">
            <a:solidFill>
              <a:schemeClr val="accent2"/>
            </a:solidFill>
            <a:prstDash val="solid"/>
            <a:round/>
            <a:headEnd type="none" w="med" len="med"/>
            <a:tailEnd type="none" w="med" len="med"/>
          </a:ln>
        </p:spPr>
      </p:cxnSp>
      <p:grpSp>
        <p:nvGrpSpPr>
          <p:cNvPr id="8" name="Google Shape;1292;p109">
            <a:extLst>
              <a:ext uri="{FF2B5EF4-FFF2-40B4-BE49-F238E27FC236}">
                <a16:creationId xmlns:a16="http://schemas.microsoft.com/office/drawing/2014/main" id="{22FF84EA-52AA-4048-BDF9-BDF59135E574}"/>
              </a:ext>
            </a:extLst>
          </p:cNvPr>
          <p:cNvGrpSpPr/>
          <p:nvPr/>
        </p:nvGrpSpPr>
        <p:grpSpPr>
          <a:xfrm>
            <a:off x="4921876" y="1999026"/>
            <a:ext cx="3661716" cy="2582627"/>
            <a:chOff x="4307598" y="1521968"/>
            <a:chExt cx="3789854" cy="2998352"/>
          </a:xfrm>
        </p:grpSpPr>
        <p:sp>
          <p:nvSpPr>
            <p:cNvPr id="9" name="Google Shape;1293;p109">
              <a:extLst>
                <a:ext uri="{FF2B5EF4-FFF2-40B4-BE49-F238E27FC236}">
                  <a16:creationId xmlns:a16="http://schemas.microsoft.com/office/drawing/2014/main" id="{B285B6A0-7D99-4FA2-8A7C-74AC4746FEDC}"/>
                </a:ext>
              </a:extLst>
            </p:cNvPr>
            <p:cNvSpPr/>
            <p:nvPr/>
          </p:nvSpPr>
          <p:spPr>
            <a:xfrm>
              <a:off x="4309598" y="1521968"/>
              <a:ext cx="3786000" cy="257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294;p109">
              <a:extLst>
                <a:ext uri="{FF2B5EF4-FFF2-40B4-BE49-F238E27FC236}">
                  <a16:creationId xmlns:a16="http://schemas.microsoft.com/office/drawing/2014/main" id="{629FB387-4C0F-41A9-9BDA-7D2D9B07ACDA}"/>
                </a:ext>
              </a:extLst>
            </p:cNvPr>
            <p:cNvSpPr/>
            <p:nvPr/>
          </p:nvSpPr>
          <p:spPr>
            <a:xfrm>
              <a:off x="5517234" y="4097789"/>
              <a:ext cx="1370683" cy="422531"/>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1" name="Google Shape;1295;p109">
              <a:extLst>
                <a:ext uri="{FF2B5EF4-FFF2-40B4-BE49-F238E27FC236}">
                  <a16:creationId xmlns:a16="http://schemas.microsoft.com/office/drawing/2014/main" id="{26B4B1D8-76BB-4047-8C02-8342192BA9E6}"/>
                </a:ext>
              </a:extLst>
            </p:cNvPr>
            <p:cNvCxnSpPr/>
            <p:nvPr/>
          </p:nvCxnSpPr>
          <p:spPr>
            <a:xfrm>
              <a:off x="4307598" y="3769657"/>
              <a:ext cx="3789854" cy="0"/>
            </a:xfrm>
            <a:prstGeom prst="straightConnector1">
              <a:avLst/>
            </a:prstGeom>
            <a:noFill/>
            <a:ln w="9525" cap="flat" cmpd="sng">
              <a:solidFill>
                <a:schemeClr val="dk1"/>
              </a:solidFill>
              <a:prstDash val="solid"/>
              <a:round/>
              <a:headEnd type="none" w="med" len="med"/>
              <a:tailEnd type="none" w="med" len="med"/>
            </a:ln>
          </p:spPr>
        </p:cxnSp>
        <p:sp>
          <p:nvSpPr>
            <p:cNvPr id="12" name="Google Shape;1296;p109">
              <a:extLst>
                <a:ext uri="{FF2B5EF4-FFF2-40B4-BE49-F238E27FC236}">
                  <a16:creationId xmlns:a16="http://schemas.microsoft.com/office/drawing/2014/main" id="{4C3B38DB-7120-4989-9B12-DBDD33408003}"/>
                </a:ext>
              </a:extLst>
            </p:cNvPr>
            <p:cNvSpPr/>
            <p:nvPr/>
          </p:nvSpPr>
          <p:spPr>
            <a:xfrm>
              <a:off x="6127448" y="3861117"/>
              <a:ext cx="150154" cy="15015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4" name="Picture 13">
            <a:extLst>
              <a:ext uri="{FF2B5EF4-FFF2-40B4-BE49-F238E27FC236}">
                <a16:creationId xmlns:a16="http://schemas.microsoft.com/office/drawing/2014/main" id="{B2672CFC-3A3B-42B2-8B5B-CEC20FCC34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10051" y="1994823"/>
            <a:ext cx="3671749" cy="2017716"/>
          </a:xfrm>
          <a:prstGeom prst="rect">
            <a:avLst/>
          </a:prstGeom>
          <a:noFill/>
          <a:ln>
            <a:noFill/>
          </a:ln>
        </p:spPr>
      </p:pic>
      <p:sp>
        <p:nvSpPr>
          <p:cNvPr id="15" name="Google Shape;567;p75">
            <a:extLst>
              <a:ext uri="{FF2B5EF4-FFF2-40B4-BE49-F238E27FC236}">
                <a16:creationId xmlns:a16="http://schemas.microsoft.com/office/drawing/2014/main" id="{F2C0824E-E87B-4CD3-AE31-81CEB650E307}"/>
              </a:ext>
            </a:extLst>
          </p:cNvPr>
          <p:cNvSpPr txBox="1">
            <a:spLocks/>
          </p:cNvSpPr>
          <p:nvPr/>
        </p:nvSpPr>
        <p:spPr>
          <a:xfrm>
            <a:off x="-5080" y="2324169"/>
            <a:ext cx="4125621" cy="16883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2100"/>
              <a:buFont typeface="Bebas Neue"/>
              <a:buNone/>
              <a:defRPr sz="2300" b="1" i="0" u="none" strike="noStrike" cap="none">
                <a:solidFill>
                  <a:schemeClr val="dk1"/>
                </a:solidFill>
                <a:latin typeface="Inconsolata"/>
                <a:ea typeface="Inconsolata"/>
                <a:cs typeface="Inconsolata"/>
                <a:sym typeface="Inconsolata"/>
              </a:defRPr>
            </a:lvl1pPr>
            <a:lvl2pPr marL="914400" marR="0" lvl="1"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2pPr>
            <a:lvl3pPr marL="1371600" marR="0" lvl="2"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3pPr>
            <a:lvl4pPr marL="1828800" marR="0" lvl="3"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4pPr>
            <a:lvl5pPr marL="2286000" marR="0" lvl="4"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5pPr>
            <a:lvl6pPr marL="2743200" marR="0" lvl="5"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6pPr>
            <a:lvl7pPr marL="3200400" marR="0" lvl="6"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7pPr>
            <a:lvl8pPr marL="3657600" marR="0" lvl="7"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8pPr>
            <a:lvl9pPr marL="4114800" marR="0" lvl="8"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9pPr>
          </a:lstStyle>
          <a:p>
            <a:pPr marL="0" indent="0">
              <a:spcAft>
                <a:spcPts val="1200"/>
              </a:spcAft>
            </a:pPr>
            <a:r>
              <a:rPr lang="en-US" sz="2400" b="0" dirty="0"/>
              <a:t>in the category page, there is a button to choice sub-categories of statistics</a:t>
            </a:r>
            <a:endParaRPr lang="en-ID" sz="2400" b="0" dirty="0">
              <a:solidFill>
                <a:schemeClr val="bg1"/>
              </a:solidFill>
            </a:endParaRPr>
          </a:p>
        </p:txBody>
      </p:sp>
    </p:spTree>
    <p:extLst>
      <p:ext uri="{BB962C8B-B14F-4D97-AF65-F5344CB8AC3E}">
        <p14:creationId xmlns:p14="http://schemas.microsoft.com/office/powerpoint/2010/main" val="2387438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7" name="Google Shape;567;p75"/>
          <p:cNvSpPr txBox="1">
            <a:spLocks noGrp="1"/>
          </p:cNvSpPr>
          <p:nvPr>
            <p:ph type="subTitle" idx="4"/>
          </p:nvPr>
        </p:nvSpPr>
        <p:spPr>
          <a:xfrm>
            <a:off x="-1" y="1673930"/>
            <a:ext cx="474921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Coding – </a:t>
            </a:r>
            <a:r>
              <a:rPr lang="en-ID" sz="2400" dirty="0">
                <a:solidFill>
                  <a:schemeClr val="bg1"/>
                </a:solidFill>
              </a:rPr>
              <a:t>Detail Statistic Page</a:t>
            </a:r>
          </a:p>
        </p:txBody>
      </p:sp>
      <p:cxnSp>
        <p:nvCxnSpPr>
          <p:cNvPr id="572" name="Google Shape;572;p75"/>
          <p:cNvCxnSpPr>
            <a:cxnSpLocks/>
          </p:cNvCxnSpPr>
          <p:nvPr/>
        </p:nvCxnSpPr>
        <p:spPr>
          <a:xfrm>
            <a:off x="10821" y="2246630"/>
            <a:ext cx="4114800" cy="0"/>
          </a:xfrm>
          <a:prstGeom prst="straightConnector1">
            <a:avLst/>
          </a:prstGeom>
          <a:noFill/>
          <a:ln w="9525" cap="flat" cmpd="sng">
            <a:solidFill>
              <a:schemeClr val="accent2"/>
            </a:solidFill>
            <a:prstDash val="solid"/>
            <a:round/>
            <a:headEnd type="none" w="med" len="med"/>
            <a:tailEnd type="none" w="med" len="med"/>
          </a:ln>
        </p:spPr>
      </p:cxnSp>
      <p:grpSp>
        <p:nvGrpSpPr>
          <p:cNvPr id="8" name="Google Shape;1292;p109">
            <a:extLst>
              <a:ext uri="{FF2B5EF4-FFF2-40B4-BE49-F238E27FC236}">
                <a16:creationId xmlns:a16="http://schemas.microsoft.com/office/drawing/2014/main" id="{22FF84EA-52AA-4048-BDF9-BDF59135E574}"/>
              </a:ext>
            </a:extLst>
          </p:cNvPr>
          <p:cNvGrpSpPr/>
          <p:nvPr/>
        </p:nvGrpSpPr>
        <p:grpSpPr>
          <a:xfrm>
            <a:off x="4921876" y="1800448"/>
            <a:ext cx="3661716" cy="2781206"/>
            <a:chOff x="4307598" y="1521968"/>
            <a:chExt cx="3789854" cy="2998352"/>
          </a:xfrm>
        </p:grpSpPr>
        <p:sp>
          <p:nvSpPr>
            <p:cNvPr id="9" name="Google Shape;1293;p109">
              <a:extLst>
                <a:ext uri="{FF2B5EF4-FFF2-40B4-BE49-F238E27FC236}">
                  <a16:creationId xmlns:a16="http://schemas.microsoft.com/office/drawing/2014/main" id="{B285B6A0-7D99-4FA2-8A7C-74AC4746FEDC}"/>
                </a:ext>
              </a:extLst>
            </p:cNvPr>
            <p:cNvSpPr/>
            <p:nvPr/>
          </p:nvSpPr>
          <p:spPr>
            <a:xfrm>
              <a:off x="4309598" y="1521968"/>
              <a:ext cx="3786000" cy="257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294;p109">
              <a:extLst>
                <a:ext uri="{FF2B5EF4-FFF2-40B4-BE49-F238E27FC236}">
                  <a16:creationId xmlns:a16="http://schemas.microsoft.com/office/drawing/2014/main" id="{629FB387-4C0F-41A9-9BDA-7D2D9B07ACDA}"/>
                </a:ext>
              </a:extLst>
            </p:cNvPr>
            <p:cNvSpPr/>
            <p:nvPr/>
          </p:nvSpPr>
          <p:spPr>
            <a:xfrm>
              <a:off x="5517234" y="4097789"/>
              <a:ext cx="1370683" cy="422531"/>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1" name="Google Shape;1295;p109">
              <a:extLst>
                <a:ext uri="{FF2B5EF4-FFF2-40B4-BE49-F238E27FC236}">
                  <a16:creationId xmlns:a16="http://schemas.microsoft.com/office/drawing/2014/main" id="{26B4B1D8-76BB-4047-8C02-8342192BA9E6}"/>
                </a:ext>
              </a:extLst>
            </p:cNvPr>
            <p:cNvCxnSpPr/>
            <p:nvPr/>
          </p:nvCxnSpPr>
          <p:spPr>
            <a:xfrm>
              <a:off x="4307598" y="3769657"/>
              <a:ext cx="3789854" cy="0"/>
            </a:xfrm>
            <a:prstGeom prst="straightConnector1">
              <a:avLst/>
            </a:prstGeom>
            <a:noFill/>
            <a:ln w="9525" cap="flat" cmpd="sng">
              <a:solidFill>
                <a:schemeClr val="dk1"/>
              </a:solidFill>
              <a:prstDash val="solid"/>
              <a:round/>
              <a:headEnd type="none" w="med" len="med"/>
              <a:tailEnd type="none" w="med" len="med"/>
            </a:ln>
          </p:spPr>
        </p:cxnSp>
        <p:sp>
          <p:nvSpPr>
            <p:cNvPr id="12" name="Google Shape;1296;p109">
              <a:extLst>
                <a:ext uri="{FF2B5EF4-FFF2-40B4-BE49-F238E27FC236}">
                  <a16:creationId xmlns:a16="http://schemas.microsoft.com/office/drawing/2014/main" id="{4C3B38DB-7120-4989-9B12-DBDD33408003}"/>
                </a:ext>
              </a:extLst>
            </p:cNvPr>
            <p:cNvSpPr/>
            <p:nvPr/>
          </p:nvSpPr>
          <p:spPr>
            <a:xfrm>
              <a:off x="6127448" y="3861117"/>
              <a:ext cx="150154" cy="15015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3" name="Picture 12">
            <a:extLst>
              <a:ext uri="{FF2B5EF4-FFF2-40B4-BE49-F238E27FC236}">
                <a16:creationId xmlns:a16="http://schemas.microsoft.com/office/drawing/2014/main" id="{F8860EAB-64DE-48B4-8C5B-569404BD791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3897" y="1809788"/>
            <a:ext cx="3577672" cy="2074862"/>
          </a:xfrm>
          <a:prstGeom prst="rect">
            <a:avLst/>
          </a:prstGeom>
          <a:noFill/>
          <a:ln>
            <a:noFill/>
          </a:ln>
        </p:spPr>
      </p:pic>
      <p:sp>
        <p:nvSpPr>
          <p:cNvPr id="15" name="Google Shape;567;p75">
            <a:extLst>
              <a:ext uri="{FF2B5EF4-FFF2-40B4-BE49-F238E27FC236}">
                <a16:creationId xmlns:a16="http://schemas.microsoft.com/office/drawing/2014/main" id="{CBA3DD74-55EE-4DEE-B39B-FD9371D6E86E}"/>
              </a:ext>
            </a:extLst>
          </p:cNvPr>
          <p:cNvSpPr txBox="1">
            <a:spLocks/>
          </p:cNvSpPr>
          <p:nvPr/>
        </p:nvSpPr>
        <p:spPr>
          <a:xfrm>
            <a:off x="10821" y="2324170"/>
            <a:ext cx="4749210" cy="26235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2100"/>
              <a:buFont typeface="Bebas Neue"/>
              <a:buNone/>
              <a:defRPr sz="2300" b="1" i="0" u="none" strike="noStrike" cap="none">
                <a:solidFill>
                  <a:schemeClr val="dk1"/>
                </a:solidFill>
                <a:latin typeface="Inconsolata"/>
                <a:ea typeface="Inconsolata"/>
                <a:cs typeface="Inconsolata"/>
                <a:sym typeface="Inconsolata"/>
              </a:defRPr>
            </a:lvl1pPr>
            <a:lvl2pPr marL="914400" marR="0" lvl="1"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2pPr>
            <a:lvl3pPr marL="1371600" marR="0" lvl="2"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3pPr>
            <a:lvl4pPr marL="1828800" marR="0" lvl="3"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4pPr>
            <a:lvl5pPr marL="2286000" marR="0" lvl="4"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5pPr>
            <a:lvl6pPr marL="2743200" marR="0" lvl="5"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6pPr>
            <a:lvl7pPr marL="3200400" marR="0" lvl="6"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7pPr>
            <a:lvl8pPr marL="3657600" marR="0" lvl="7"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8pPr>
            <a:lvl9pPr marL="4114800" marR="0" lvl="8"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9pPr>
          </a:lstStyle>
          <a:p>
            <a:pPr marL="0" indent="0">
              <a:spcAft>
                <a:spcPts val="1200"/>
              </a:spcAft>
            </a:pPr>
            <a:r>
              <a:rPr lang="en-US" sz="2000" b="0" dirty="0"/>
              <a:t>in the detail statistic page, there are graphs and tables of the population based on the sub-categories selected by the user and there is an option to display statistics based on time</a:t>
            </a:r>
            <a:endParaRPr lang="en-ID" sz="2000" b="0" dirty="0">
              <a:solidFill>
                <a:schemeClr val="bg1"/>
              </a:solidFill>
            </a:endParaRPr>
          </a:p>
        </p:txBody>
      </p:sp>
    </p:spTree>
    <p:extLst>
      <p:ext uri="{BB962C8B-B14F-4D97-AF65-F5344CB8AC3E}">
        <p14:creationId xmlns:p14="http://schemas.microsoft.com/office/powerpoint/2010/main" val="3247046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7" name="Google Shape;567;p75"/>
          <p:cNvSpPr txBox="1">
            <a:spLocks noGrp="1"/>
          </p:cNvSpPr>
          <p:nvPr>
            <p:ph type="subTitle" idx="4"/>
          </p:nvPr>
        </p:nvSpPr>
        <p:spPr>
          <a:xfrm>
            <a:off x="-5080" y="1369977"/>
            <a:ext cx="474921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ID" sz="2400" dirty="0"/>
              <a:t>Coding – </a:t>
            </a:r>
            <a:r>
              <a:rPr lang="en-ID" sz="2400" dirty="0">
                <a:solidFill>
                  <a:schemeClr val="bg1"/>
                </a:solidFill>
              </a:rPr>
              <a:t>Detailed statistics by time</a:t>
            </a:r>
          </a:p>
        </p:txBody>
      </p:sp>
      <p:cxnSp>
        <p:nvCxnSpPr>
          <p:cNvPr id="572" name="Google Shape;572;p75"/>
          <p:cNvCxnSpPr>
            <a:cxnSpLocks/>
          </p:cNvCxnSpPr>
          <p:nvPr/>
        </p:nvCxnSpPr>
        <p:spPr>
          <a:xfrm>
            <a:off x="10821" y="2246630"/>
            <a:ext cx="4114800" cy="0"/>
          </a:xfrm>
          <a:prstGeom prst="straightConnector1">
            <a:avLst/>
          </a:prstGeom>
          <a:noFill/>
          <a:ln w="9525" cap="flat" cmpd="sng">
            <a:solidFill>
              <a:schemeClr val="accent2"/>
            </a:solidFill>
            <a:prstDash val="solid"/>
            <a:round/>
            <a:headEnd type="none" w="med" len="med"/>
            <a:tailEnd type="none" w="med" len="med"/>
          </a:ln>
        </p:spPr>
      </p:cxnSp>
      <p:grpSp>
        <p:nvGrpSpPr>
          <p:cNvPr id="8" name="Google Shape;1292;p109">
            <a:extLst>
              <a:ext uri="{FF2B5EF4-FFF2-40B4-BE49-F238E27FC236}">
                <a16:creationId xmlns:a16="http://schemas.microsoft.com/office/drawing/2014/main" id="{22FF84EA-52AA-4048-BDF9-BDF59135E574}"/>
              </a:ext>
            </a:extLst>
          </p:cNvPr>
          <p:cNvGrpSpPr/>
          <p:nvPr/>
        </p:nvGrpSpPr>
        <p:grpSpPr>
          <a:xfrm>
            <a:off x="4921876" y="1800448"/>
            <a:ext cx="3661716" cy="2781206"/>
            <a:chOff x="4307598" y="1521968"/>
            <a:chExt cx="3789854" cy="2998352"/>
          </a:xfrm>
        </p:grpSpPr>
        <p:sp>
          <p:nvSpPr>
            <p:cNvPr id="9" name="Google Shape;1293;p109">
              <a:extLst>
                <a:ext uri="{FF2B5EF4-FFF2-40B4-BE49-F238E27FC236}">
                  <a16:creationId xmlns:a16="http://schemas.microsoft.com/office/drawing/2014/main" id="{B285B6A0-7D99-4FA2-8A7C-74AC4746FEDC}"/>
                </a:ext>
              </a:extLst>
            </p:cNvPr>
            <p:cNvSpPr/>
            <p:nvPr/>
          </p:nvSpPr>
          <p:spPr>
            <a:xfrm>
              <a:off x="4309598" y="1521968"/>
              <a:ext cx="3786000" cy="2574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294;p109">
              <a:extLst>
                <a:ext uri="{FF2B5EF4-FFF2-40B4-BE49-F238E27FC236}">
                  <a16:creationId xmlns:a16="http://schemas.microsoft.com/office/drawing/2014/main" id="{629FB387-4C0F-41A9-9BDA-7D2D9B07ACDA}"/>
                </a:ext>
              </a:extLst>
            </p:cNvPr>
            <p:cNvSpPr/>
            <p:nvPr/>
          </p:nvSpPr>
          <p:spPr>
            <a:xfrm>
              <a:off x="5517234" y="4097789"/>
              <a:ext cx="1370683" cy="422531"/>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1" name="Google Shape;1295;p109">
              <a:extLst>
                <a:ext uri="{FF2B5EF4-FFF2-40B4-BE49-F238E27FC236}">
                  <a16:creationId xmlns:a16="http://schemas.microsoft.com/office/drawing/2014/main" id="{26B4B1D8-76BB-4047-8C02-8342192BA9E6}"/>
                </a:ext>
              </a:extLst>
            </p:cNvPr>
            <p:cNvCxnSpPr/>
            <p:nvPr/>
          </p:nvCxnSpPr>
          <p:spPr>
            <a:xfrm>
              <a:off x="4307598" y="3769657"/>
              <a:ext cx="3789854" cy="0"/>
            </a:xfrm>
            <a:prstGeom prst="straightConnector1">
              <a:avLst/>
            </a:prstGeom>
            <a:noFill/>
            <a:ln w="9525" cap="flat" cmpd="sng">
              <a:solidFill>
                <a:schemeClr val="dk1"/>
              </a:solidFill>
              <a:prstDash val="solid"/>
              <a:round/>
              <a:headEnd type="none" w="med" len="med"/>
              <a:tailEnd type="none" w="med" len="med"/>
            </a:ln>
          </p:spPr>
        </p:cxnSp>
        <p:sp>
          <p:nvSpPr>
            <p:cNvPr id="12" name="Google Shape;1296;p109">
              <a:extLst>
                <a:ext uri="{FF2B5EF4-FFF2-40B4-BE49-F238E27FC236}">
                  <a16:creationId xmlns:a16="http://schemas.microsoft.com/office/drawing/2014/main" id="{4C3B38DB-7120-4989-9B12-DBDD33408003}"/>
                </a:ext>
              </a:extLst>
            </p:cNvPr>
            <p:cNvSpPr/>
            <p:nvPr/>
          </p:nvSpPr>
          <p:spPr>
            <a:xfrm>
              <a:off x="6127448" y="3861117"/>
              <a:ext cx="150154" cy="15015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4" name="Picture 13">
            <a:extLst>
              <a:ext uri="{FF2B5EF4-FFF2-40B4-BE49-F238E27FC236}">
                <a16:creationId xmlns:a16="http://schemas.microsoft.com/office/drawing/2014/main" id="{D0038154-1210-4C20-812F-4CB73B5777B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0143" y="1822895"/>
            <a:ext cx="3651658" cy="2068096"/>
          </a:xfrm>
          <a:prstGeom prst="rect">
            <a:avLst/>
          </a:prstGeom>
          <a:noFill/>
          <a:ln>
            <a:noFill/>
          </a:ln>
        </p:spPr>
      </p:pic>
      <p:sp>
        <p:nvSpPr>
          <p:cNvPr id="15" name="Google Shape;567;p75">
            <a:extLst>
              <a:ext uri="{FF2B5EF4-FFF2-40B4-BE49-F238E27FC236}">
                <a16:creationId xmlns:a16="http://schemas.microsoft.com/office/drawing/2014/main" id="{66751BA1-FE9D-4D1B-BA66-018555F36CCF}"/>
              </a:ext>
            </a:extLst>
          </p:cNvPr>
          <p:cNvSpPr txBox="1">
            <a:spLocks/>
          </p:cNvSpPr>
          <p:nvPr/>
        </p:nvSpPr>
        <p:spPr>
          <a:xfrm>
            <a:off x="10821" y="2246629"/>
            <a:ext cx="4749210" cy="19416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2100"/>
              <a:buFont typeface="Bebas Neue"/>
              <a:buNone/>
              <a:defRPr sz="2300" b="1" i="0" u="none" strike="noStrike" cap="none">
                <a:solidFill>
                  <a:schemeClr val="dk1"/>
                </a:solidFill>
                <a:latin typeface="Inconsolata"/>
                <a:ea typeface="Inconsolata"/>
                <a:cs typeface="Inconsolata"/>
                <a:sym typeface="Inconsolata"/>
              </a:defRPr>
            </a:lvl1pPr>
            <a:lvl2pPr marL="914400" marR="0" lvl="1"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2pPr>
            <a:lvl3pPr marL="1371600" marR="0" lvl="2"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3pPr>
            <a:lvl4pPr marL="1828800" marR="0" lvl="3"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4pPr>
            <a:lvl5pPr marL="2286000" marR="0" lvl="4"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5pPr>
            <a:lvl6pPr marL="2743200" marR="0" lvl="5"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6pPr>
            <a:lvl7pPr marL="3200400" marR="0" lvl="6"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7pPr>
            <a:lvl8pPr marL="3657600" marR="0" lvl="7"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8pPr>
            <a:lvl9pPr marL="4114800" marR="0" lvl="8" indent="-330200" algn="l" rtl="0">
              <a:lnSpc>
                <a:spcPct val="100000"/>
              </a:lnSpc>
              <a:spcBef>
                <a:spcPts val="0"/>
              </a:spcBef>
              <a:spcAft>
                <a:spcPts val="0"/>
              </a:spcAft>
              <a:buClr>
                <a:schemeClr val="dk1"/>
              </a:buClr>
              <a:buSzPts val="1600"/>
              <a:buFont typeface="Bebas Neue"/>
              <a:buNone/>
              <a:defRPr sz="1600" b="0" i="0" u="none" strike="noStrike" cap="none">
                <a:solidFill>
                  <a:schemeClr val="dk1"/>
                </a:solidFill>
                <a:latin typeface="Bebas Neue"/>
                <a:ea typeface="Bebas Neue"/>
                <a:cs typeface="Bebas Neue"/>
                <a:sym typeface="Bebas Neue"/>
              </a:defRPr>
            </a:lvl9pPr>
          </a:lstStyle>
          <a:p>
            <a:pPr marL="0" indent="0">
              <a:spcAft>
                <a:spcPts val="1200"/>
              </a:spcAft>
            </a:pPr>
            <a:r>
              <a:rPr lang="en-US" sz="2400" b="0" dirty="0"/>
              <a:t>in the statistical details, there are graphs and tables of the population based on the time selected by the user</a:t>
            </a:r>
            <a:endParaRPr lang="en-ID" sz="2400" b="0" dirty="0">
              <a:solidFill>
                <a:schemeClr val="bg1"/>
              </a:solidFill>
            </a:endParaRPr>
          </a:p>
        </p:txBody>
      </p:sp>
    </p:spTree>
    <p:extLst>
      <p:ext uri="{BB962C8B-B14F-4D97-AF65-F5344CB8AC3E}">
        <p14:creationId xmlns:p14="http://schemas.microsoft.com/office/powerpoint/2010/main" val="2012760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title"/>
          </p:nvPr>
        </p:nvSpPr>
        <p:spPr>
          <a:xfrm>
            <a:off x="-5080" y="0"/>
            <a:ext cx="54342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Work Results</a:t>
            </a:r>
            <a:endParaRPr dirty="0"/>
          </a:p>
        </p:txBody>
      </p:sp>
      <p:sp>
        <p:nvSpPr>
          <p:cNvPr id="564" name="Google Shape;564;p75"/>
          <p:cNvSpPr txBox="1">
            <a:spLocks noGrp="1"/>
          </p:cNvSpPr>
          <p:nvPr>
            <p:ph type="subTitle" idx="1"/>
          </p:nvPr>
        </p:nvSpPr>
        <p:spPr>
          <a:xfrm>
            <a:off x="97841" y="2531110"/>
            <a:ext cx="6673799" cy="1962918"/>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en-US" sz="1800" dirty="0"/>
              <a:t>At the Testing stage, system testing uses black box testing. This test aims to ensure that the Information System that has been built runs according to the request from the </a:t>
            </a:r>
            <a:r>
              <a:rPr lang="en-US" sz="1800" dirty="0" err="1"/>
              <a:t>Puskomedia</a:t>
            </a:r>
            <a:r>
              <a:rPr lang="en-US" sz="1800" dirty="0"/>
              <a:t> and ensures that there are no errors in the program. This testing method is carried out using several web browsers using a localhost server from </a:t>
            </a:r>
            <a:r>
              <a:rPr lang="en-US" sz="1800" dirty="0" err="1"/>
              <a:t>laravel</a:t>
            </a:r>
            <a:r>
              <a:rPr lang="en-US" sz="1800" dirty="0"/>
              <a:t>.</a:t>
            </a:r>
            <a:endParaRPr sz="1800" dirty="0"/>
          </a:p>
        </p:txBody>
      </p:sp>
      <p:sp>
        <p:nvSpPr>
          <p:cNvPr id="567" name="Google Shape;567;p75"/>
          <p:cNvSpPr txBox="1">
            <a:spLocks noGrp="1"/>
          </p:cNvSpPr>
          <p:nvPr>
            <p:ph type="subTitle" idx="4"/>
          </p:nvPr>
        </p:nvSpPr>
        <p:spPr>
          <a:xfrm>
            <a:off x="97841" y="1806189"/>
            <a:ext cx="3018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2400" dirty="0">
                <a:solidFill>
                  <a:schemeClr val="tx1"/>
                </a:solidFill>
              </a:rPr>
              <a:t>Testing</a:t>
            </a:r>
            <a:endParaRPr lang="en-ID" sz="2400" dirty="0">
              <a:solidFill>
                <a:schemeClr val="tx1"/>
              </a:solidFill>
            </a:endParaRPr>
          </a:p>
        </p:txBody>
      </p:sp>
      <p:cxnSp>
        <p:nvCxnSpPr>
          <p:cNvPr id="572" name="Google Shape;572;p75"/>
          <p:cNvCxnSpPr>
            <a:cxnSpLocks/>
          </p:cNvCxnSpPr>
          <p:nvPr/>
        </p:nvCxnSpPr>
        <p:spPr>
          <a:xfrm>
            <a:off x="-5080" y="2404110"/>
            <a:ext cx="3502871"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4094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6"/>
          <p:cNvSpPr txBox="1">
            <a:spLocks noGrp="1"/>
          </p:cNvSpPr>
          <p:nvPr>
            <p:ph type="title"/>
          </p:nvPr>
        </p:nvSpPr>
        <p:spPr>
          <a:xfrm>
            <a:off x="735800" y="1341400"/>
            <a:ext cx="6815374" cy="25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1"/>
                </a:solidFill>
              </a:rPr>
              <a:t>05</a:t>
            </a:r>
            <a:br>
              <a:rPr lang="en" dirty="0">
                <a:solidFill>
                  <a:schemeClr val="lt1"/>
                </a:solidFill>
              </a:rPr>
            </a:br>
            <a:r>
              <a:rPr lang="en" sz="5400" dirty="0">
                <a:solidFill>
                  <a:schemeClr val="lt1"/>
                </a:solidFill>
              </a:rPr>
              <a:t>Conclusion &amp; Suggestion</a:t>
            </a:r>
            <a:endParaRPr sz="5400" dirty="0"/>
          </a:p>
        </p:txBody>
      </p:sp>
      <p:sp>
        <p:nvSpPr>
          <p:cNvPr id="581" name="Google Shape;581;p76"/>
          <p:cNvSpPr txBox="1"/>
          <p:nvPr/>
        </p:nvSpPr>
        <p:spPr>
          <a:xfrm>
            <a:off x="7038075" y="256175"/>
            <a:ext cx="11544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cxnSp>
        <p:nvCxnSpPr>
          <p:cNvPr id="582" name="Google Shape;582;p76"/>
          <p:cNvCxnSpPr>
            <a:stCxn id="581" idx="3"/>
          </p:cNvCxnSpPr>
          <p:nvPr/>
        </p:nvCxnSpPr>
        <p:spPr>
          <a:xfrm>
            <a:off x="8192475" y="430025"/>
            <a:ext cx="969600" cy="0"/>
          </a:xfrm>
          <a:prstGeom prst="straightConnector1">
            <a:avLst/>
          </a:prstGeom>
          <a:noFill/>
          <a:ln w="9525" cap="flat" cmpd="sng">
            <a:solidFill>
              <a:schemeClr val="accent2"/>
            </a:solidFill>
            <a:prstDash val="solid"/>
            <a:round/>
            <a:headEnd type="none" w="med" len="med"/>
            <a:tailEnd type="none" w="med" len="med"/>
          </a:ln>
        </p:spPr>
      </p:cxnSp>
      <p:cxnSp>
        <p:nvCxnSpPr>
          <p:cNvPr id="583" name="Google Shape;583;p76"/>
          <p:cNvCxnSpPr/>
          <p:nvPr/>
        </p:nvCxnSpPr>
        <p:spPr>
          <a:xfrm>
            <a:off x="814250" y="3915100"/>
            <a:ext cx="8337600" cy="0"/>
          </a:xfrm>
          <a:prstGeom prst="straightConnector1">
            <a:avLst/>
          </a:prstGeom>
          <a:noFill/>
          <a:ln w="952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77716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103"/>
          <p:cNvSpPr txBox="1">
            <a:spLocks noGrp="1"/>
          </p:cNvSpPr>
          <p:nvPr>
            <p:ph type="ctrTitle"/>
          </p:nvPr>
        </p:nvSpPr>
        <p:spPr>
          <a:xfrm>
            <a:off x="708600" y="341524"/>
            <a:ext cx="77268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solidFill>
                  <a:schemeClr val="tx1"/>
                </a:solidFill>
              </a:rPr>
              <a:t>Conclusion &amp; Suggestion</a:t>
            </a:r>
            <a:endParaRPr lang="en-ID" dirty="0">
              <a:solidFill>
                <a:schemeClr val="tx1"/>
              </a:solidFill>
            </a:endParaRPr>
          </a:p>
        </p:txBody>
      </p:sp>
      <p:graphicFrame>
        <p:nvGraphicFramePr>
          <p:cNvPr id="1156" name="Google Shape;1156;p103"/>
          <p:cNvGraphicFramePr/>
          <p:nvPr>
            <p:extLst>
              <p:ext uri="{D42A27DB-BD31-4B8C-83A1-F6EECF244321}">
                <p14:modId xmlns:p14="http://schemas.microsoft.com/office/powerpoint/2010/main" val="3130001538"/>
              </p:ext>
            </p:extLst>
          </p:nvPr>
        </p:nvGraphicFramePr>
        <p:xfrm>
          <a:off x="822960" y="1229953"/>
          <a:ext cx="3749040" cy="3477532"/>
        </p:xfrm>
        <a:graphic>
          <a:graphicData uri="http://schemas.openxmlformats.org/drawingml/2006/table">
            <a:tbl>
              <a:tblPr>
                <a:noFill/>
                <a:tableStyleId>{7E755F20-66C8-48CD-AA50-4437A046BB90}</a:tableStyleId>
              </a:tblPr>
              <a:tblGrid>
                <a:gridCol w="3749040">
                  <a:extLst>
                    <a:ext uri="{9D8B030D-6E8A-4147-A177-3AD203B41FA5}">
                      <a16:colId xmlns:a16="http://schemas.microsoft.com/office/drawing/2014/main" val="20000"/>
                    </a:ext>
                  </a:extLst>
                </a:gridCol>
              </a:tblGrid>
              <a:tr h="656118">
                <a:tc>
                  <a:txBody>
                    <a:bodyPr/>
                    <a:lstStyle/>
                    <a:p>
                      <a:pPr marL="0" lvl="0" indent="0" algn="l" rtl="0">
                        <a:spcBef>
                          <a:spcPts val="0"/>
                        </a:spcBef>
                        <a:spcAft>
                          <a:spcPts val="0"/>
                        </a:spcAft>
                        <a:buNone/>
                      </a:pPr>
                      <a:r>
                        <a:rPr lang="en" sz="2800" dirty="0">
                          <a:solidFill>
                            <a:schemeClr val="tx1"/>
                          </a:solidFill>
                        </a:rPr>
                        <a:t>Conclusion</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821414">
                <a:tc>
                  <a:txBody>
                    <a:bodyPr/>
                    <a:lstStyle/>
                    <a:p>
                      <a:pPr marL="342900" lvl="0" indent="-342900" algn="l" rtl="0">
                        <a:spcBef>
                          <a:spcPts val="0"/>
                        </a:spcBef>
                        <a:spcAft>
                          <a:spcPts val="0"/>
                        </a:spcAft>
                        <a:buFont typeface="+mj-lt"/>
                        <a:buAutoNum type="arabicPeriod"/>
                      </a:pPr>
                      <a:r>
                        <a:rPr lang="en-US" sz="1600" dirty="0">
                          <a:solidFill>
                            <a:schemeClr val="dk1"/>
                          </a:solidFill>
                          <a:latin typeface="Open Sans"/>
                          <a:ea typeface="Open Sans"/>
                          <a:cs typeface="Open Sans"/>
                          <a:sym typeface="Open Sans"/>
                        </a:rPr>
                        <a:t>The system can work as expected.</a:t>
                      </a:r>
                    </a:p>
                    <a:p>
                      <a:pPr marL="342900" lvl="0" indent="-342900" algn="l" rtl="0">
                        <a:spcBef>
                          <a:spcPts val="0"/>
                        </a:spcBef>
                        <a:spcAft>
                          <a:spcPts val="0"/>
                        </a:spcAft>
                        <a:buFont typeface="+mj-lt"/>
                        <a:buAutoNum type="arabicPeriod"/>
                      </a:pPr>
                      <a:r>
                        <a:rPr lang="en-US" sz="1600" dirty="0">
                          <a:solidFill>
                            <a:schemeClr val="dk1"/>
                          </a:solidFill>
                          <a:latin typeface="Open Sans"/>
                          <a:ea typeface="Open Sans"/>
                          <a:cs typeface="Open Sans"/>
                          <a:sym typeface="Open Sans"/>
                        </a:rPr>
                        <a:t>Population Data Statistics Website to find out population growth in the village</a:t>
                      </a:r>
                    </a:p>
                    <a:p>
                      <a:pPr marL="342900" lvl="0" indent="-342900" algn="l" rtl="0">
                        <a:spcBef>
                          <a:spcPts val="0"/>
                        </a:spcBef>
                        <a:spcAft>
                          <a:spcPts val="0"/>
                        </a:spcAft>
                        <a:buFont typeface="+mj-lt"/>
                        <a:buAutoNum type="arabicPeriod"/>
                      </a:pPr>
                      <a:r>
                        <a:rPr lang="en-US" sz="1600" dirty="0">
                          <a:solidFill>
                            <a:schemeClr val="dk1"/>
                          </a:solidFill>
                          <a:latin typeface="Open Sans"/>
                          <a:ea typeface="Open Sans"/>
                          <a:cs typeface="Open Sans"/>
                          <a:sym typeface="Open Sans"/>
                        </a:rPr>
                        <a:t>Website security already uses JWT tokens and </a:t>
                      </a:r>
                      <a:r>
                        <a:rPr lang="en-US" sz="1600" dirty="0" err="1">
                          <a:solidFill>
                            <a:schemeClr val="dk1"/>
                          </a:solidFill>
                          <a:latin typeface="Open Sans"/>
                          <a:ea typeface="Open Sans"/>
                          <a:cs typeface="Open Sans"/>
                          <a:sym typeface="Open Sans"/>
                        </a:rPr>
                        <a:t>recaptcha</a:t>
                      </a:r>
                      <a:endParaRPr sz="1600" b="1" dirty="0">
                        <a:solidFill>
                          <a:schemeClr val="dk1"/>
                        </a:solidFill>
                        <a:latin typeface="Inconsolata"/>
                        <a:ea typeface="Inconsolata"/>
                        <a:cs typeface="Inconsolata"/>
                        <a:sym typeface="Inconsola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cxnSp>
        <p:nvCxnSpPr>
          <p:cNvPr id="1159" name="Google Shape;1159;p103"/>
          <p:cNvCxnSpPr/>
          <p:nvPr/>
        </p:nvCxnSpPr>
        <p:spPr>
          <a:xfrm>
            <a:off x="8192475" y="430025"/>
            <a:ext cx="969600" cy="0"/>
          </a:xfrm>
          <a:prstGeom prst="straightConnector1">
            <a:avLst/>
          </a:prstGeom>
          <a:noFill/>
          <a:ln w="9525" cap="flat" cmpd="sng">
            <a:solidFill>
              <a:schemeClr val="dk1"/>
            </a:solidFill>
            <a:prstDash val="solid"/>
            <a:round/>
            <a:headEnd type="none" w="med" len="med"/>
            <a:tailEnd type="none" w="med" len="med"/>
          </a:ln>
        </p:spPr>
      </p:cxnSp>
      <p:sp>
        <p:nvSpPr>
          <p:cNvPr id="1160" name="Google Shape;1160;p103"/>
          <p:cNvSpPr txBox="1"/>
          <p:nvPr/>
        </p:nvSpPr>
        <p:spPr>
          <a:xfrm>
            <a:off x="6859575" y="256175"/>
            <a:ext cx="1332900" cy="34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rgbClr val="212121"/>
                </a:solidFill>
                <a:latin typeface="Open Sans"/>
                <a:ea typeface="Open Sans"/>
                <a:cs typeface="Open Sans"/>
                <a:sym typeface="Open Sans"/>
              </a:rPr>
              <a:t>2022</a:t>
            </a:r>
            <a:endParaRPr dirty="0">
              <a:solidFill>
                <a:srgbClr val="212121"/>
              </a:solidFill>
              <a:latin typeface="Open Sans"/>
              <a:ea typeface="Open Sans"/>
              <a:cs typeface="Open Sans"/>
              <a:sym typeface="Open Sans"/>
            </a:endParaRPr>
          </a:p>
        </p:txBody>
      </p:sp>
      <p:graphicFrame>
        <p:nvGraphicFramePr>
          <p:cNvPr id="16" name="Google Shape;1156;p103">
            <a:extLst>
              <a:ext uri="{FF2B5EF4-FFF2-40B4-BE49-F238E27FC236}">
                <a16:creationId xmlns:a16="http://schemas.microsoft.com/office/drawing/2014/main" id="{1524170A-2E59-4883-A98D-E61141D81BD2}"/>
              </a:ext>
            </a:extLst>
          </p:cNvPr>
          <p:cNvGraphicFramePr/>
          <p:nvPr>
            <p:extLst>
              <p:ext uri="{D42A27DB-BD31-4B8C-83A1-F6EECF244321}">
                <p14:modId xmlns:p14="http://schemas.microsoft.com/office/powerpoint/2010/main" val="2001007378"/>
              </p:ext>
            </p:extLst>
          </p:nvPr>
        </p:nvGraphicFramePr>
        <p:xfrm>
          <a:off x="4861560" y="1229952"/>
          <a:ext cx="3754120" cy="3477533"/>
        </p:xfrm>
        <a:graphic>
          <a:graphicData uri="http://schemas.openxmlformats.org/drawingml/2006/table">
            <a:tbl>
              <a:tblPr>
                <a:noFill/>
                <a:tableStyleId>{7E755F20-66C8-48CD-AA50-4437A046BB90}</a:tableStyleId>
              </a:tblPr>
              <a:tblGrid>
                <a:gridCol w="3754120">
                  <a:extLst>
                    <a:ext uri="{9D8B030D-6E8A-4147-A177-3AD203B41FA5}">
                      <a16:colId xmlns:a16="http://schemas.microsoft.com/office/drawing/2014/main" val="20000"/>
                    </a:ext>
                  </a:extLst>
                </a:gridCol>
              </a:tblGrid>
              <a:tr h="664348">
                <a:tc>
                  <a:txBody>
                    <a:bodyPr/>
                    <a:lstStyle/>
                    <a:p>
                      <a:pPr marL="0" lvl="0" indent="0" algn="l" rtl="0">
                        <a:spcBef>
                          <a:spcPts val="0"/>
                        </a:spcBef>
                        <a:spcAft>
                          <a:spcPts val="0"/>
                        </a:spcAft>
                        <a:buNone/>
                      </a:pPr>
                      <a:r>
                        <a:rPr lang="en" sz="2800" dirty="0">
                          <a:solidFill>
                            <a:schemeClr val="tx1"/>
                          </a:solidFill>
                        </a:rPr>
                        <a:t>Suggestion</a:t>
                      </a:r>
                      <a:endParaRPr sz="2800" b="1" dirty="0">
                        <a:solidFill>
                          <a:schemeClr val="dk1"/>
                        </a:solidFill>
                        <a:latin typeface="Inconsolata"/>
                        <a:ea typeface="Inconsolata"/>
                        <a:cs typeface="Inconsolata"/>
                        <a:sym typeface="Inconsolata"/>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813185">
                <a:tc>
                  <a:txBody>
                    <a:bodyPr/>
                    <a:lstStyle/>
                    <a:p>
                      <a:pPr marL="342900" lvl="0" indent="-342900" algn="l" rtl="0">
                        <a:spcBef>
                          <a:spcPts val="0"/>
                        </a:spcBef>
                        <a:spcAft>
                          <a:spcPts val="0"/>
                        </a:spcAft>
                        <a:buFont typeface="+mj-lt"/>
                        <a:buAutoNum type="arabicPeriod"/>
                      </a:pPr>
                      <a:r>
                        <a:rPr lang="en-US" sz="1600" dirty="0">
                          <a:solidFill>
                            <a:schemeClr val="dk1"/>
                          </a:solidFill>
                          <a:latin typeface="Open Sans"/>
                          <a:ea typeface="Open Sans"/>
                          <a:cs typeface="Open Sans"/>
                          <a:sym typeface="Open Sans"/>
                        </a:rPr>
                        <a:t>It is expected that the system will always be developed following the latest technological developments in order to become a powerful system.</a:t>
                      </a:r>
                    </a:p>
                    <a:p>
                      <a:pPr marL="342900" lvl="0" indent="-342900" algn="l" rtl="0">
                        <a:spcBef>
                          <a:spcPts val="0"/>
                        </a:spcBef>
                        <a:spcAft>
                          <a:spcPts val="0"/>
                        </a:spcAft>
                        <a:buFont typeface="+mj-lt"/>
                        <a:buAutoNum type="arabicPeriod"/>
                      </a:pPr>
                      <a:r>
                        <a:rPr lang="en-US" sz="1600" b="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Inconsolata"/>
                        </a:rPr>
                        <a:t>Tutorial to use of the website must be held for village officials</a:t>
                      </a:r>
                      <a:endParaRPr sz="1600" b="0"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Inconsolat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18016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3612"/>
        <p:cNvGrpSpPr/>
        <p:nvPr/>
      </p:nvGrpSpPr>
      <p:grpSpPr>
        <a:xfrm>
          <a:off x="0" y="0"/>
          <a:ext cx="0" cy="0"/>
          <a:chOff x="0" y="0"/>
          <a:chExt cx="0" cy="0"/>
        </a:xfrm>
      </p:grpSpPr>
      <p:sp>
        <p:nvSpPr>
          <p:cNvPr id="3" name="Google Shape;580;p76">
            <a:extLst>
              <a:ext uri="{FF2B5EF4-FFF2-40B4-BE49-F238E27FC236}">
                <a16:creationId xmlns:a16="http://schemas.microsoft.com/office/drawing/2014/main" id="{BBF776CF-2E20-4E04-9903-7B64ECB49AEF}"/>
              </a:ext>
            </a:extLst>
          </p:cNvPr>
          <p:cNvSpPr txBox="1">
            <a:spLocks/>
          </p:cNvSpPr>
          <p:nvPr/>
        </p:nvSpPr>
        <p:spPr>
          <a:xfrm>
            <a:off x="0" y="1967963"/>
            <a:ext cx="9144000" cy="178034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D" sz="5400" dirty="0">
                <a:solidFill>
                  <a:schemeClr val="lt1"/>
                </a:solidFill>
              </a:rPr>
              <a:t>THANK YOU</a:t>
            </a:r>
            <a:endParaRPr lang="en-ID" sz="5400" dirty="0"/>
          </a:p>
        </p:txBody>
      </p:sp>
      <p:sp>
        <p:nvSpPr>
          <p:cNvPr id="5" name="Google Shape;458;p68">
            <a:extLst>
              <a:ext uri="{FF2B5EF4-FFF2-40B4-BE49-F238E27FC236}">
                <a16:creationId xmlns:a16="http://schemas.microsoft.com/office/drawing/2014/main" id="{C12B5FB4-D7AE-45DF-B6A2-16B7946DCFA9}"/>
              </a:ext>
            </a:extLst>
          </p:cNvPr>
          <p:cNvSpPr/>
          <p:nvPr/>
        </p:nvSpPr>
        <p:spPr>
          <a:xfrm flipH="1">
            <a:off x="6291794" y="731800"/>
            <a:ext cx="2316600" cy="2316600"/>
          </a:xfrm>
          <a:prstGeom prst="ellipse">
            <a:avLst/>
          </a:prstGeom>
          <a:gradFill>
            <a:gsLst>
              <a:gs pos="0">
                <a:srgbClr val="C95EFF"/>
              </a:gs>
              <a:gs pos="38000">
                <a:srgbClr val="BF62FF">
                  <a:alpha val="54117"/>
                </a:srgbClr>
              </a:gs>
              <a:gs pos="61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33;p68">
            <a:extLst>
              <a:ext uri="{FF2B5EF4-FFF2-40B4-BE49-F238E27FC236}">
                <a16:creationId xmlns:a16="http://schemas.microsoft.com/office/drawing/2014/main" id="{7D94D652-7425-41F1-BDFE-DECB077A8BD8}"/>
              </a:ext>
            </a:extLst>
          </p:cNvPr>
          <p:cNvSpPr/>
          <p:nvPr/>
        </p:nvSpPr>
        <p:spPr>
          <a:xfrm>
            <a:off x="-1784696" y="919480"/>
            <a:ext cx="7169496" cy="5877284"/>
          </a:xfrm>
          <a:prstGeom prst="ellipse">
            <a:avLst/>
          </a:prstGeom>
          <a:gradFill>
            <a:gsLst>
              <a:gs pos="0">
                <a:srgbClr val="1EFFB2"/>
              </a:gs>
              <a:gs pos="50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Technology Consulting Toolkit by Slidesgo">
  <a:themeElements>
    <a:clrScheme name="Simple Light">
      <a:dk1>
        <a:srgbClr val="212121"/>
      </a:dk1>
      <a:lt1>
        <a:srgbClr val="C95EFF"/>
      </a:lt1>
      <a:dk2>
        <a:srgbClr val="00FF9C"/>
      </a:dk2>
      <a:lt2>
        <a:srgbClr val="FFFFFF"/>
      </a:lt2>
      <a:accent1>
        <a:srgbClr val="9E9E9E"/>
      </a:accent1>
      <a:accent2>
        <a:srgbClr val="5F5F5F"/>
      </a:accent2>
      <a:accent3>
        <a:srgbClr val="FFFFFF"/>
      </a:accent3>
      <a:accent4>
        <a:srgbClr val="FFFFFF"/>
      </a:accent4>
      <a:accent5>
        <a:srgbClr val="FFFFFF"/>
      </a:accent5>
      <a:accent6>
        <a:srgbClr val="FFFFFF"/>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1392</TotalTime>
  <Words>860</Words>
  <Application>Microsoft Office PowerPoint</Application>
  <PresentationFormat>On-screen Show (16:9)</PresentationFormat>
  <Paragraphs>105</Paragraphs>
  <Slides>25</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25</vt:i4>
      </vt:variant>
    </vt:vector>
  </HeadingPairs>
  <TitlesOfParts>
    <vt:vector size="34" baseType="lpstr">
      <vt:lpstr>Proxima Nova</vt:lpstr>
      <vt:lpstr>Open Sans</vt:lpstr>
      <vt:lpstr>Wingdings</vt:lpstr>
      <vt:lpstr>Inconsolata</vt:lpstr>
      <vt:lpstr>Fira Sans Extra Condensed Medium</vt:lpstr>
      <vt:lpstr>Arial</vt:lpstr>
      <vt:lpstr>Bebas Neue</vt:lpstr>
      <vt:lpstr>Technology Consulting Toolkit by Slidesgo</vt:lpstr>
      <vt:lpstr>Slidesgo Final Pages</vt:lpstr>
      <vt:lpstr>DESIGN AND BUILD FRONTEND WEBSITE POPULATION DATA STATISTICS USING PROTOTYPE METHOD</vt:lpstr>
      <vt:lpstr>Theory</vt:lpstr>
      <vt:lpstr>Introduction</vt:lpstr>
      <vt:lpstr>Introduction</vt:lpstr>
      <vt:lpstr>Introduction</vt:lpstr>
      <vt:lpstr>Purpose &amp; Scope</vt:lpstr>
      <vt:lpstr>Purpose &amp; Scope</vt:lpstr>
      <vt:lpstr>Theory</vt:lpstr>
      <vt:lpstr>Theory</vt:lpstr>
      <vt:lpstr>Theory</vt:lpstr>
      <vt:lpstr>Theory</vt:lpstr>
      <vt:lpstr>04 Analysis</vt:lpstr>
      <vt:lpstr>PowerPoint Presentation</vt:lpstr>
      <vt:lpstr>Results</vt:lpstr>
      <vt:lpstr>Results</vt:lpstr>
      <vt:lpstr>Work Results</vt:lpstr>
      <vt:lpstr>Work Results</vt:lpstr>
      <vt:lpstr>Work Results</vt:lpstr>
      <vt:lpstr>Work Results</vt:lpstr>
      <vt:lpstr>Work Results</vt:lpstr>
      <vt:lpstr>Work Results</vt:lpstr>
      <vt:lpstr>Work Results</vt:lpstr>
      <vt:lpstr>05 Conclusion &amp; Suggestion</vt:lpstr>
      <vt:lpstr>Conclusion &amp; Suggestion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DEVELOPMENT OF RETRIBUTION INFORMATION SYSTEM IN PASAR WAGE BASED ON WEB</dc:title>
  <dc:creator>Lenovo</dc:creator>
  <cp:lastModifiedBy>Mario Baron</cp:lastModifiedBy>
  <cp:revision>70</cp:revision>
  <dcterms:modified xsi:type="dcterms:W3CDTF">2022-01-03T08:05:22Z</dcterms:modified>
</cp:coreProperties>
</file>